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27"/>
  </p:notesMasterIdLst>
  <p:sldIdLst>
    <p:sldId id="1249" r:id="rId2"/>
    <p:sldId id="1091" r:id="rId3"/>
    <p:sldId id="1234" r:id="rId4"/>
    <p:sldId id="1365" r:id="rId5"/>
    <p:sldId id="1102" r:id="rId6"/>
    <p:sldId id="1195" r:id="rId7"/>
    <p:sldId id="1105" r:id="rId8"/>
    <p:sldId id="1104" r:id="rId9"/>
    <p:sldId id="1241" r:id="rId10"/>
    <p:sldId id="1360" r:id="rId11"/>
    <p:sldId id="1366" r:id="rId12"/>
    <p:sldId id="1367" r:id="rId13"/>
    <p:sldId id="1361" r:id="rId14"/>
    <p:sldId id="1362" r:id="rId15"/>
    <p:sldId id="1265" r:id="rId16"/>
    <p:sldId id="1356" r:id="rId17"/>
    <p:sldId id="1243" r:id="rId18"/>
    <p:sldId id="1364" r:id="rId19"/>
    <p:sldId id="1363" r:id="rId20"/>
    <p:sldId id="1244" r:id="rId21"/>
    <p:sldId id="1264" r:id="rId22"/>
    <p:sldId id="1257" r:id="rId23"/>
    <p:sldId id="1258" r:id="rId24"/>
    <p:sldId id="1254" r:id="rId25"/>
    <p:sldId id="1368" r:id="rId26"/>
  </p:sldIdLst>
  <p:sldSz cx="12192000" cy="6858000"/>
  <p:notesSz cx="6858000" cy="9144000"/>
  <p:embeddedFontLst>
    <p:embeddedFont>
      <p:font typeface="Aptos Black" panose="020B0004020202020204" pitchFamily="34" charset="0"/>
      <p:bold r:id="rId28"/>
      <p:boldItalic r:id="rId29"/>
    </p:embeddedFont>
    <p:embeddedFont>
      <p:font typeface="Cambria Math" panose="02040503050406030204" pitchFamily="18" charset="0"/>
      <p:regular r:id="rId30"/>
    </p:embeddedFont>
    <p:embeddedFont>
      <p:font typeface="Gotham Black" panose="020B0604020202020204" charset="0"/>
      <p:regular r:id="rId31"/>
      <p:bold r:id="rId32"/>
      <p:italic r:id="rId33"/>
      <p:boldItalic r:id="rId34"/>
    </p:embeddedFont>
    <p:embeddedFont>
      <p:font typeface="Gotham Book" panose="020B0604020202020204" charset="0"/>
      <p:regular r:id="rId35"/>
      <p:bold r:id="rId36"/>
      <p:italic r:id="rId37"/>
      <p:boldItalic r:id="rId38"/>
    </p:embeddedFont>
    <p:embeddedFont>
      <p:font typeface="Gotham Light" panose="020B0604020202020204" charset="0"/>
      <p:regular r:id="rId39"/>
      <p:bold r:id="rId40"/>
      <p:italic r:id="rId41"/>
      <p:boldItalic r:id="rId42"/>
    </p:embeddedFont>
    <p:embeddedFont>
      <p:font typeface="Gotham Medium" panose="020B0604020202020204" charset="0"/>
      <p:regular r:id="rId43"/>
      <p:bold r:id="rId44"/>
      <p:italic r:id="rId45"/>
      <p:boldItalic r:id="rId46"/>
    </p:embeddedFont>
    <p:embeddedFont>
      <p:font typeface="GOTHAM-BOOK" panose="020B0604020202020204" charset="0"/>
      <p:regular r:id="rId47"/>
      <p:bold r:id="rId48"/>
      <p:italic r:id="rId49"/>
      <p:boldItalic r:id="rId50"/>
    </p:embeddedFont>
    <p:embeddedFont>
      <p:font typeface="Open Sans" panose="020B0606030504020204" pitchFamily="34" charset="0"/>
      <p:regular r:id="rId51"/>
      <p:bold r:id="rId52"/>
      <p:italic r:id="rId53"/>
      <p:boldItalic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0590"/>
    <a:srgbClr val="12BEC5"/>
    <a:srgbClr val="0000FF"/>
    <a:srgbClr val="F0F0F0"/>
    <a:srgbClr val="B5B5B5"/>
    <a:srgbClr val="B4C7E7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9CCAEC-433A-4EE9-AE63-00C473825025}" v="541" dt="2025-12-04T16:03:25.0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font" Target="fonts/font23.fntdata"/><Relationship Id="rId55" Type="http://schemas.openxmlformats.org/officeDocument/2006/relationships/presProps" Target="presProps.xml"/><Relationship Id="rId63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openxmlformats.org/officeDocument/2006/relationships/font" Target="fonts/font26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customXml" Target="../customXml/item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2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54" Type="http://schemas.openxmlformats.org/officeDocument/2006/relationships/font" Target="fonts/font27.fntdata"/><Relationship Id="rId62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font" Target="fonts/font22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font" Target="fonts/font25.fntdata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o Arellano M" userId="2c9d861a5e2a5e14" providerId="LiveId" clId="{A715FEBA-4DA7-496F-B1B0-93ED32779EA0}"/>
    <pc:docChg chg="modSld">
      <pc:chgData name="Matheo Arellano M" userId="2c9d861a5e2a5e14" providerId="LiveId" clId="{A715FEBA-4DA7-496F-B1B0-93ED32779EA0}" dt="2025-12-04T14:24:57.101" v="2" actId="14100"/>
      <pc:docMkLst>
        <pc:docMk/>
      </pc:docMkLst>
      <pc:sldChg chg="modSp mod">
        <pc:chgData name="Matheo Arellano M" userId="2c9d861a5e2a5e14" providerId="LiveId" clId="{A715FEBA-4DA7-496F-B1B0-93ED32779EA0}" dt="2025-12-04T14:23:25.288" v="0" actId="167"/>
        <pc:sldMkLst>
          <pc:docMk/>
          <pc:sldMk cId="2851875471" sldId="1102"/>
        </pc:sldMkLst>
        <pc:graphicFrameChg chg="ord">
          <ac:chgData name="Matheo Arellano M" userId="2c9d861a5e2a5e14" providerId="LiveId" clId="{A715FEBA-4DA7-496F-B1B0-93ED32779EA0}" dt="2025-12-04T14:23:25.288" v="0" actId="167"/>
          <ac:graphicFrameMkLst>
            <pc:docMk/>
            <pc:sldMk cId="2851875471" sldId="1102"/>
            <ac:graphicFrameMk id="2" creationId="{868C7E68-C7D9-02B2-95D2-CEFB4A776D77}"/>
          </ac:graphicFrameMkLst>
        </pc:graphicFrameChg>
      </pc:sldChg>
      <pc:sldChg chg="modSp mod">
        <pc:chgData name="Matheo Arellano M" userId="2c9d861a5e2a5e14" providerId="LiveId" clId="{A715FEBA-4DA7-496F-B1B0-93ED32779EA0}" dt="2025-12-04T14:24:57.101" v="2" actId="14100"/>
        <pc:sldMkLst>
          <pc:docMk/>
          <pc:sldMk cId="2167502723" sldId="1105"/>
        </pc:sldMkLst>
        <pc:graphicFrameChg chg="modGraphic">
          <ac:chgData name="Matheo Arellano M" userId="2c9d861a5e2a5e14" providerId="LiveId" clId="{A715FEBA-4DA7-496F-B1B0-93ED32779EA0}" dt="2025-12-04T14:24:57.101" v="2" actId="14100"/>
          <ac:graphicFrameMkLst>
            <pc:docMk/>
            <pc:sldMk cId="2167502723" sldId="1105"/>
            <ac:graphicFrameMk id="5" creationId="{09F2EDD0-EE82-50DC-F08C-953360478381}"/>
          </ac:graphicFrameMkLst>
        </pc:graphicFrameChg>
      </pc:sldChg>
      <pc:sldChg chg="modSp mod">
        <pc:chgData name="Matheo Arellano M" userId="2c9d861a5e2a5e14" providerId="LiveId" clId="{A715FEBA-4DA7-496F-B1B0-93ED32779EA0}" dt="2025-12-04T14:24:48.025" v="1" actId="14100"/>
        <pc:sldMkLst>
          <pc:docMk/>
          <pc:sldMk cId="582545270" sldId="1195"/>
        </pc:sldMkLst>
        <pc:graphicFrameChg chg="mod modGraphic">
          <ac:chgData name="Matheo Arellano M" userId="2c9d861a5e2a5e14" providerId="LiveId" clId="{A715FEBA-4DA7-496F-B1B0-93ED32779EA0}" dt="2025-12-04T14:24:48.025" v="1" actId="14100"/>
          <ac:graphicFrameMkLst>
            <pc:docMk/>
            <pc:sldMk cId="582545270" sldId="1195"/>
            <ac:graphicFrameMk id="19" creationId="{C868C948-D6E3-CD73-A315-AE6AF4E6A269}"/>
          </ac:graphicFrameMkLst>
        </pc:graphicFrameChg>
      </pc:sldChg>
    </pc:docChg>
  </pc:docChgLst>
  <pc:docChgLst>
    <pc:chgData name="FISLAC FMM | IDB" userId="954c64677f6d4ef3" providerId="LiveId" clId="{AB02DB89-E09C-4A61-91FC-1B73E764C040}"/>
    <pc:docChg chg="undo redo custSel addSld delSld modSld sldOrd">
      <pc:chgData name="FISLAC FMM | IDB" userId="954c64677f6d4ef3" providerId="LiveId" clId="{AB02DB89-E09C-4A61-91FC-1B73E764C040}" dt="2025-12-07T02:55:37.378" v="3601" actId="1076"/>
      <pc:docMkLst>
        <pc:docMk/>
      </pc:docMkLst>
      <pc:sldChg chg="addSp delSp modSp mod">
        <pc:chgData name="FISLAC FMM | IDB" userId="954c64677f6d4ef3" providerId="LiveId" clId="{AB02DB89-E09C-4A61-91FC-1B73E764C040}" dt="2025-12-01T21:19:55.114" v="854" actId="14100"/>
        <pc:sldMkLst>
          <pc:docMk/>
          <pc:sldMk cId="106629324" sldId="1091"/>
        </pc:sldMkLst>
        <pc:spChg chg="add mod">
          <ac:chgData name="FISLAC FMM | IDB" userId="954c64677f6d4ef3" providerId="LiveId" clId="{AB02DB89-E09C-4A61-91FC-1B73E764C040}" dt="2025-12-01T21:19:55.114" v="854" actId="14100"/>
          <ac:spMkLst>
            <pc:docMk/>
            <pc:sldMk cId="106629324" sldId="1091"/>
            <ac:spMk id="6" creationId="{24D5A97A-E723-698E-2B4F-6F4059A52572}"/>
          </ac:spMkLst>
        </pc:spChg>
      </pc:sldChg>
      <pc:sldChg chg="addSp delSp modSp add mod">
        <pc:chgData name="FISLAC FMM | IDB" userId="954c64677f6d4ef3" providerId="LiveId" clId="{AB02DB89-E09C-4A61-91FC-1B73E764C040}" dt="2025-12-03T13:50:13.593" v="2049" actId="1076"/>
        <pc:sldMkLst>
          <pc:docMk/>
          <pc:sldMk cId="2851875471" sldId="1102"/>
        </pc:sldMkLst>
        <pc:spChg chg="add mod">
          <ac:chgData name="FISLAC FMM | IDB" userId="954c64677f6d4ef3" providerId="LiveId" clId="{AB02DB89-E09C-4A61-91FC-1B73E764C040}" dt="2025-12-03T13:49:38.203" v="2042" actId="1076"/>
          <ac:spMkLst>
            <pc:docMk/>
            <pc:sldMk cId="2851875471" sldId="1102"/>
            <ac:spMk id="5" creationId="{937280BE-2086-7FDE-63A8-361B39817353}"/>
          </ac:spMkLst>
        </pc:spChg>
        <pc:spChg chg="add mod">
          <ac:chgData name="FISLAC FMM | IDB" userId="954c64677f6d4ef3" providerId="LiveId" clId="{AB02DB89-E09C-4A61-91FC-1B73E764C040}" dt="2025-12-03T13:50:13.593" v="2049" actId="1076"/>
          <ac:spMkLst>
            <pc:docMk/>
            <pc:sldMk cId="2851875471" sldId="1102"/>
            <ac:spMk id="9" creationId="{308378AF-2127-8297-4408-04D83F84F8D4}"/>
          </ac:spMkLst>
        </pc:spChg>
        <pc:spChg chg="add mod">
          <ac:chgData name="FISLAC FMM | IDB" userId="954c64677f6d4ef3" providerId="LiveId" clId="{AB02DB89-E09C-4A61-91FC-1B73E764C040}" dt="2025-12-03T13:50:13.593" v="2049" actId="1076"/>
          <ac:spMkLst>
            <pc:docMk/>
            <pc:sldMk cId="2851875471" sldId="1102"/>
            <ac:spMk id="11" creationId="{6EADD7AC-DCC4-180E-B6F4-24ABF1A8DD24}"/>
          </ac:spMkLst>
        </pc:spChg>
        <pc:spChg chg="add mod">
          <ac:chgData name="FISLAC FMM | IDB" userId="954c64677f6d4ef3" providerId="LiveId" clId="{AB02DB89-E09C-4A61-91FC-1B73E764C040}" dt="2025-12-01T20:49:11.598" v="578"/>
          <ac:spMkLst>
            <pc:docMk/>
            <pc:sldMk cId="2851875471" sldId="1102"/>
            <ac:spMk id="18" creationId="{B9BADFCC-4DBD-4F6C-2AA4-D4B0BE7CD5FF}"/>
          </ac:spMkLst>
        </pc:spChg>
        <pc:spChg chg="mod">
          <ac:chgData name="FISLAC FMM | IDB" userId="954c64677f6d4ef3" providerId="LiveId" clId="{AB02DB89-E09C-4A61-91FC-1B73E764C040}" dt="2025-12-03T13:49:34.057" v="2041" actId="20577"/>
          <ac:spMkLst>
            <pc:docMk/>
            <pc:sldMk cId="2851875471" sldId="1102"/>
            <ac:spMk id="27" creationId="{6DD32B08-5E7D-A192-C1F5-EB40CC3827C6}"/>
          </ac:spMkLst>
        </pc:spChg>
        <pc:graphicFrameChg chg="mod">
          <ac:chgData name="FISLAC FMM | IDB" userId="954c64677f6d4ef3" providerId="LiveId" clId="{AB02DB89-E09C-4A61-91FC-1B73E764C040}" dt="2025-12-03T13:49:30.819" v="2040" actId="1076"/>
          <ac:graphicFrameMkLst>
            <pc:docMk/>
            <pc:sldMk cId="2851875471" sldId="1102"/>
            <ac:graphicFrameMk id="2" creationId="{868C7E68-C7D9-02B2-95D2-CEFB4A776D77}"/>
          </ac:graphicFrameMkLst>
        </pc:graphicFrameChg>
        <pc:graphicFrameChg chg="add mod modGraphic">
          <ac:chgData name="FISLAC FMM | IDB" userId="954c64677f6d4ef3" providerId="LiveId" clId="{AB02DB89-E09C-4A61-91FC-1B73E764C040}" dt="2025-12-03T13:50:00.037" v="2047" actId="1076"/>
          <ac:graphicFrameMkLst>
            <pc:docMk/>
            <pc:sldMk cId="2851875471" sldId="1102"/>
            <ac:graphicFrameMk id="3" creationId="{57E6BD87-AFA6-8325-8E44-C10EEA9B7B27}"/>
          </ac:graphicFrameMkLst>
        </pc:graphicFrameChg>
        <pc:graphicFrameChg chg="add mod">
          <ac:chgData name="FISLAC FMM | IDB" userId="954c64677f6d4ef3" providerId="LiveId" clId="{AB02DB89-E09C-4A61-91FC-1B73E764C040}" dt="2025-12-03T13:49:41.487" v="2043" actId="1076"/>
          <ac:graphicFrameMkLst>
            <pc:docMk/>
            <pc:sldMk cId="2851875471" sldId="1102"/>
            <ac:graphicFrameMk id="8" creationId="{ABC94753-63B2-9E49-0F03-C52433205904}"/>
          </ac:graphicFrameMkLst>
        </pc:graphicFrameChg>
      </pc:sldChg>
      <pc:sldChg chg="addSp delSp modSp add mod">
        <pc:chgData name="FISLAC FMM | IDB" userId="954c64677f6d4ef3" providerId="LiveId" clId="{AB02DB89-E09C-4A61-91FC-1B73E764C040}" dt="2025-12-03T14:09:32.437" v="2244"/>
        <pc:sldMkLst>
          <pc:docMk/>
          <pc:sldMk cId="2948304837" sldId="1104"/>
        </pc:sldMkLst>
        <pc:spChg chg="add mod">
          <ac:chgData name="FISLAC FMM | IDB" userId="954c64677f6d4ef3" providerId="LiveId" clId="{AB02DB89-E09C-4A61-91FC-1B73E764C040}" dt="2025-12-01T21:15:51.868" v="815"/>
          <ac:spMkLst>
            <pc:docMk/>
            <pc:sldMk cId="2948304837" sldId="1104"/>
            <ac:spMk id="3" creationId="{7FBEAD40-FC42-521F-87C8-C288704C7AD3}"/>
          </ac:spMkLst>
        </pc:spChg>
        <pc:spChg chg="mod">
          <ac:chgData name="FISLAC FMM | IDB" userId="954c64677f6d4ef3" providerId="LiveId" clId="{AB02DB89-E09C-4A61-91FC-1B73E764C040}" dt="2025-12-01T21:09:58.580" v="776" actId="1076"/>
          <ac:spMkLst>
            <pc:docMk/>
            <pc:sldMk cId="2948304837" sldId="1104"/>
            <ac:spMk id="27" creationId="{6DD32B08-5E7D-A192-C1F5-EB40CC3827C6}"/>
          </ac:spMkLst>
        </pc:spChg>
        <pc:graphicFrameChg chg="mod modGraphic">
          <ac:chgData name="FISLAC FMM | IDB" userId="954c64677f6d4ef3" providerId="LiveId" clId="{AB02DB89-E09C-4A61-91FC-1B73E764C040}" dt="2025-12-03T14:09:11.022" v="2243" actId="1076"/>
          <ac:graphicFrameMkLst>
            <pc:docMk/>
            <pc:sldMk cId="2948304837" sldId="1104"/>
            <ac:graphicFrameMk id="8" creationId="{DBFC4106-2CCC-5D0E-7391-A79F8B8A16BA}"/>
          </ac:graphicFrameMkLst>
        </pc:graphicFrameChg>
        <pc:graphicFrameChg chg="mod modGraphic">
          <ac:chgData name="FISLAC FMM | IDB" userId="954c64677f6d4ef3" providerId="LiveId" clId="{AB02DB89-E09C-4A61-91FC-1B73E764C040}" dt="2025-12-03T14:09:32.437" v="2244"/>
          <ac:graphicFrameMkLst>
            <pc:docMk/>
            <pc:sldMk cId="2948304837" sldId="1104"/>
            <ac:graphicFrameMk id="15" creationId="{1D295DA1-8BE4-2F5E-2297-7AFF9EA7E3C2}"/>
          </ac:graphicFrameMkLst>
        </pc:graphicFrameChg>
      </pc:sldChg>
      <pc:sldChg chg="addSp delSp modSp add mod">
        <pc:chgData name="FISLAC FMM | IDB" userId="954c64677f6d4ef3" providerId="LiveId" clId="{AB02DB89-E09C-4A61-91FC-1B73E764C040}" dt="2025-12-03T14:06:26.833" v="2220" actId="207"/>
        <pc:sldMkLst>
          <pc:docMk/>
          <pc:sldMk cId="2167502723" sldId="1105"/>
        </pc:sldMkLst>
        <pc:spChg chg="add mod">
          <ac:chgData name="FISLAC FMM | IDB" userId="954c64677f6d4ef3" providerId="LiveId" clId="{AB02DB89-E09C-4A61-91FC-1B73E764C040}" dt="2025-12-03T14:06:03.404" v="2217" actId="1076"/>
          <ac:spMkLst>
            <pc:docMk/>
            <pc:sldMk cId="2167502723" sldId="1105"/>
            <ac:spMk id="10" creationId="{F06A65FD-4B06-95E0-A190-3EDBD9F19D3B}"/>
          </ac:spMkLst>
        </pc:spChg>
        <pc:spChg chg="add mod">
          <ac:chgData name="FISLAC FMM | IDB" userId="954c64677f6d4ef3" providerId="LiveId" clId="{AB02DB89-E09C-4A61-91FC-1B73E764C040}" dt="2025-12-01T21:15:48.794" v="813"/>
          <ac:spMkLst>
            <pc:docMk/>
            <pc:sldMk cId="2167502723" sldId="1105"/>
            <ac:spMk id="11" creationId="{55A3600C-9C8E-22D7-FD61-D1E9A49B55F8}"/>
          </ac:spMkLst>
        </pc:spChg>
        <pc:spChg chg="mod">
          <ac:chgData name="FISLAC FMM | IDB" userId="954c64677f6d4ef3" providerId="LiveId" clId="{AB02DB89-E09C-4A61-91FC-1B73E764C040}" dt="2025-12-03T14:05:47.715" v="2214" actId="1076"/>
          <ac:spMkLst>
            <pc:docMk/>
            <pc:sldMk cId="2167502723" sldId="1105"/>
            <ac:spMk id="17" creationId="{336D71E9-9526-F78E-7F41-A6371D5E94B3}"/>
          </ac:spMkLst>
        </pc:spChg>
        <pc:spChg chg="add mod">
          <ac:chgData name="FISLAC FMM | IDB" userId="954c64677f6d4ef3" providerId="LiveId" clId="{AB02DB89-E09C-4A61-91FC-1B73E764C040}" dt="2025-12-03T14:05:55.256" v="2216" actId="1076"/>
          <ac:spMkLst>
            <pc:docMk/>
            <pc:sldMk cId="2167502723" sldId="1105"/>
            <ac:spMk id="19" creationId="{81BB71BF-716C-903C-170F-72D16D131AE9}"/>
          </ac:spMkLst>
        </pc:spChg>
        <pc:spChg chg="mod">
          <ac:chgData name="FISLAC FMM | IDB" userId="954c64677f6d4ef3" providerId="LiveId" clId="{AB02DB89-E09C-4A61-91FC-1B73E764C040}" dt="2025-12-03T14:05:55.256" v="2216" actId="1076"/>
          <ac:spMkLst>
            <pc:docMk/>
            <pc:sldMk cId="2167502723" sldId="1105"/>
            <ac:spMk id="27" creationId="{6DD32B08-5E7D-A192-C1F5-EB40CC3827C6}"/>
          </ac:spMkLst>
        </pc:spChg>
        <pc:graphicFrameChg chg="add mod">
          <ac:chgData name="FISLAC FMM | IDB" userId="954c64677f6d4ef3" providerId="LiveId" clId="{AB02DB89-E09C-4A61-91FC-1B73E764C040}" dt="2025-12-03T14:05:55.256" v="2216" actId="1076"/>
          <ac:graphicFrameMkLst>
            <pc:docMk/>
            <pc:sldMk cId="2167502723" sldId="1105"/>
            <ac:graphicFrameMk id="4" creationId="{61DC5161-10BD-28A2-6718-9CB444BB0090}"/>
          </ac:graphicFrameMkLst>
        </pc:graphicFrameChg>
        <pc:graphicFrameChg chg="mod modGraphic">
          <ac:chgData name="FISLAC FMM | IDB" userId="954c64677f6d4ef3" providerId="LiveId" clId="{AB02DB89-E09C-4A61-91FC-1B73E764C040}" dt="2025-12-03T14:05:55.256" v="2216" actId="1076"/>
          <ac:graphicFrameMkLst>
            <pc:docMk/>
            <pc:sldMk cId="2167502723" sldId="1105"/>
            <ac:graphicFrameMk id="5" creationId="{09F2EDD0-EE82-50DC-F08C-953360478381}"/>
          </ac:graphicFrameMkLst>
        </pc:graphicFrameChg>
        <pc:graphicFrameChg chg="add mod modGraphic">
          <ac:chgData name="FISLAC FMM | IDB" userId="954c64677f6d4ef3" providerId="LiveId" clId="{AB02DB89-E09C-4A61-91FC-1B73E764C040}" dt="2025-12-03T14:06:23.453" v="2219" actId="207"/>
          <ac:graphicFrameMkLst>
            <pc:docMk/>
            <pc:sldMk cId="2167502723" sldId="1105"/>
            <ac:graphicFrameMk id="15" creationId="{58B2E32D-9301-32E0-1746-6AE8A18185B4}"/>
          </ac:graphicFrameMkLst>
        </pc:graphicFrameChg>
        <pc:graphicFrameChg chg="add mod modGraphic">
          <ac:chgData name="FISLAC FMM | IDB" userId="954c64677f6d4ef3" providerId="LiveId" clId="{AB02DB89-E09C-4A61-91FC-1B73E764C040}" dt="2025-12-03T14:06:26.833" v="2220" actId="207"/>
          <ac:graphicFrameMkLst>
            <pc:docMk/>
            <pc:sldMk cId="2167502723" sldId="1105"/>
            <ac:graphicFrameMk id="16" creationId="{206C64C5-989C-87C4-768B-4B92B5AB63B8}"/>
          </ac:graphicFrameMkLst>
        </pc:graphicFrameChg>
        <pc:picChg chg="mod">
          <ac:chgData name="FISLAC FMM | IDB" userId="954c64677f6d4ef3" providerId="LiveId" clId="{AB02DB89-E09C-4A61-91FC-1B73E764C040}" dt="2025-12-03T14:05:49.424" v="2215" actId="1076"/>
          <ac:picMkLst>
            <pc:docMk/>
            <pc:sldMk cId="2167502723" sldId="1105"/>
            <ac:picMk id="18" creationId="{04F51D4D-F3D3-B9D7-351E-21E3C49C983B}"/>
          </ac:picMkLst>
        </pc:picChg>
      </pc:sldChg>
      <pc:sldChg chg="addSp delSp modSp add del mod">
        <pc:chgData name="FISLAC FMM | IDB" userId="954c64677f6d4ef3" providerId="LiveId" clId="{AB02DB89-E09C-4A61-91FC-1B73E764C040}" dt="2025-12-04T16:03:25.022" v="3599" actId="20577"/>
        <pc:sldMkLst>
          <pc:docMk/>
          <pc:sldMk cId="2511756370" sldId="1109"/>
        </pc:sldMkLst>
        <pc:spChg chg="mod">
          <ac:chgData name="FISLAC FMM | IDB" userId="954c64677f6d4ef3" providerId="LiveId" clId="{AB02DB89-E09C-4A61-91FC-1B73E764C040}" dt="2025-12-01T22:02:37.350" v="1018" actId="1076"/>
          <ac:spMkLst>
            <pc:docMk/>
            <pc:sldMk cId="2511756370" sldId="1109"/>
            <ac:spMk id="9" creationId="{1C53CF0E-4458-3AD7-614F-A03C5A246BC2}"/>
          </ac:spMkLst>
        </pc:spChg>
        <pc:spChg chg="mod">
          <ac:chgData name="FISLAC FMM | IDB" userId="954c64677f6d4ef3" providerId="LiveId" clId="{AB02DB89-E09C-4A61-91FC-1B73E764C040}" dt="2025-12-04T16:03:02.833" v="3579" actId="20577"/>
          <ac:spMkLst>
            <pc:docMk/>
            <pc:sldMk cId="2511756370" sldId="1109"/>
            <ac:spMk id="15" creationId="{F6F8B4BE-ACC6-4DCE-C053-76731161DADE}"/>
          </ac:spMkLst>
        </pc:spChg>
        <pc:spChg chg="mod">
          <ac:chgData name="FISLAC FMM | IDB" userId="954c64677f6d4ef3" providerId="LiveId" clId="{AB02DB89-E09C-4A61-91FC-1B73E764C040}" dt="2025-12-01T22:02:27.363" v="1015" actId="1076"/>
          <ac:spMkLst>
            <pc:docMk/>
            <pc:sldMk cId="2511756370" sldId="1109"/>
            <ac:spMk id="21" creationId="{FCCBD981-1E23-DDAA-7F24-5FA8526500EE}"/>
          </ac:spMkLst>
        </pc:spChg>
        <pc:spChg chg="mod">
          <ac:chgData name="FISLAC FMM | IDB" userId="954c64677f6d4ef3" providerId="LiveId" clId="{AB02DB89-E09C-4A61-91FC-1B73E764C040}" dt="2025-12-01T22:02:30.396" v="1016" actId="1076"/>
          <ac:spMkLst>
            <pc:docMk/>
            <pc:sldMk cId="2511756370" sldId="1109"/>
            <ac:spMk id="22" creationId="{DFDEF49A-A186-A761-B980-478C8313D931}"/>
          </ac:spMkLst>
        </pc:spChg>
        <pc:spChg chg="mod">
          <ac:chgData name="FISLAC FMM | IDB" userId="954c64677f6d4ef3" providerId="LiveId" clId="{AB02DB89-E09C-4A61-91FC-1B73E764C040}" dt="2025-12-04T16:03:25.022" v="3599" actId="20577"/>
          <ac:spMkLst>
            <pc:docMk/>
            <pc:sldMk cId="2511756370" sldId="1109"/>
            <ac:spMk id="27" creationId="{6DD32B08-5E7D-A192-C1F5-EB40CC3827C6}"/>
          </ac:spMkLst>
        </pc:spChg>
        <pc:graphicFrameChg chg="mod modGraphic">
          <ac:chgData name="FISLAC FMM | IDB" userId="954c64677f6d4ef3" providerId="LiveId" clId="{AB02DB89-E09C-4A61-91FC-1B73E764C040}" dt="2025-12-04T16:03:08.471" v="3587" actId="20577"/>
          <ac:graphicFrameMkLst>
            <pc:docMk/>
            <pc:sldMk cId="2511756370" sldId="1109"/>
            <ac:graphicFrameMk id="3" creationId="{7C5C22CA-5145-1017-3231-6BA2010F05A9}"/>
          </ac:graphicFrameMkLst>
        </pc:graphicFrameChg>
        <pc:graphicFrameChg chg="add mod modGraphic">
          <ac:chgData name="FISLAC FMM | IDB" userId="954c64677f6d4ef3" providerId="LiveId" clId="{AB02DB89-E09C-4A61-91FC-1B73E764C040}" dt="2025-12-04T16:03:05.901" v="3583" actId="20577"/>
          <ac:graphicFrameMkLst>
            <pc:docMk/>
            <pc:sldMk cId="2511756370" sldId="1109"/>
            <ac:graphicFrameMk id="11" creationId="{64EF34E7-2806-EDBA-528A-B00311A0E669}"/>
          </ac:graphicFrameMkLst>
        </pc:graphicFrameChg>
        <pc:graphicFrameChg chg="add mod modGraphic">
          <ac:chgData name="FISLAC FMM | IDB" userId="954c64677f6d4ef3" providerId="LiveId" clId="{AB02DB89-E09C-4A61-91FC-1B73E764C040}" dt="2025-12-04T16:02:59.999" v="3577" actId="20577"/>
          <ac:graphicFrameMkLst>
            <pc:docMk/>
            <pc:sldMk cId="2511756370" sldId="1109"/>
            <ac:graphicFrameMk id="18" creationId="{DDB86742-33A9-33CD-D028-9CF80F5CC071}"/>
          </ac:graphicFrameMkLst>
        </pc:graphicFrameChg>
      </pc:sldChg>
      <pc:sldChg chg="addSp delSp modSp add mod">
        <pc:chgData name="FISLAC FMM | IDB" userId="954c64677f6d4ef3" providerId="LiveId" clId="{AB02DB89-E09C-4A61-91FC-1B73E764C040}" dt="2025-12-01T21:30:28.712" v="912" actId="20577"/>
        <pc:sldMkLst>
          <pc:docMk/>
          <pc:sldMk cId="291025178" sldId="1115"/>
        </pc:sldMkLst>
        <pc:spChg chg="add mod">
          <ac:chgData name="FISLAC FMM | IDB" userId="954c64677f6d4ef3" providerId="LiveId" clId="{AB02DB89-E09C-4A61-91FC-1B73E764C040}" dt="2025-12-01T21:15:55.540" v="817"/>
          <ac:spMkLst>
            <pc:docMk/>
            <pc:sldMk cId="291025178" sldId="1115"/>
            <ac:spMk id="8" creationId="{CE7CFC2D-6EF3-EB78-A350-8847C3BFF986}"/>
          </ac:spMkLst>
        </pc:spChg>
        <pc:graphicFrameChg chg="mod modGraphic">
          <ac:chgData name="FISLAC FMM | IDB" userId="954c64677f6d4ef3" providerId="LiveId" clId="{AB02DB89-E09C-4A61-91FC-1B73E764C040}" dt="2025-12-01T21:30:28.712" v="912" actId="20577"/>
          <ac:graphicFrameMkLst>
            <pc:docMk/>
            <pc:sldMk cId="291025178" sldId="1115"/>
            <ac:graphicFrameMk id="2" creationId="{B86413E0-6CFB-C6F6-6A92-292431E2B736}"/>
          </ac:graphicFrameMkLst>
        </pc:graphicFrameChg>
        <pc:graphicFrameChg chg="mod modGraphic">
          <ac:chgData name="FISLAC FMM | IDB" userId="954c64677f6d4ef3" providerId="LiveId" clId="{AB02DB89-E09C-4A61-91FC-1B73E764C040}" dt="2025-12-01T21:30:24.653" v="908" actId="20577"/>
          <ac:graphicFrameMkLst>
            <pc:docMk/>
            <pc:sldMk cId="291025178" sldId="1115"/>
            <ac:graphicFrameMk id="3" creationId="{7C5C22CA-5145-1017-3231-6BA2010F05A9}"/>
          </ac:graphicFrameMkLst>
        </pc:graphicFrameChg>
        <pc:graphicFrameChg chg="modGraphic">
          <ac:chgData name="FISLAC FMM | IDB" userId="954c64677f6d4ef3" providerId="LiveId" clId="{AB02DB89-E09C-4A61-91FC-1B73E764C040}" dt="2025-12-01T21:30:26.928" v="910" actId="20577"/>
          <ac:graphicFrameMkLst>
            <pc:docMk/>
            <pc:sldMk cId="291025178" sldId="1115"/>
            <ac:graphicFrameMk id="4" creationId="{3C9F4AA8-B20B-FF76-EEA3-252E39DDEA8D}"/>
          </ac:graphicFrameMkLst>
        </pc:graphicFrameChg>
      </pc:sldChg>
      <pc:sldChg chg="addSp delSp modSp add mod">
        <pc:chgData name="FISLAC FMM | IDB" userId="954c64677f6d4ef3" providerId="LiveId" clId="{AB02DB89-E09C-4A61-91FC-1B73E764C040}" dt="2025-12-01T21:30:33.774" v="916" actId="20577"/>
        <pc:sldMkLst>
          <pc:docMk/>
          <pc:sldMk cId="1705703805" sldId="1116"/>
        </pc:sldMkLst>
        <pc:spChg chg="add mod">
          <ac:chgData name="FISLAC FMM | IDB" userId="954c64677f6d4ef3" providerId="LiveId" clId="{AB02DB89-E09C-4A61-91FC-1B73E764C040}" dt="2025-12-01T21:15:56.704" v="818"/>
          <ac:spMkLst>
            <pc:docMk/>
            <pc:sldMk cId="1705703805" sldId="1116"/>
            <ac:spMk id="8" creationId="{FFEC8E0E-7616-2878-2B9D-0724FF8C64D1}"/>
          </ac:spMkLst>
        </pc:spChg>
        <pc:spChg chg="mod">
          <ac:chgData name="FISLAC FMM | IDB" userId="954c64677f6d4ef3" providerId="LiveId" clId="{AB02DB89-E09C-4A61-91FC-1B73E764C040}" dt="2025-12-01T21:11:53.101" v="788" actId="207"/>
          <ac:spMkLst>
            <pc:docMk/>
            <pc:sldMk cId="1705703805" sldId="1116"/>
            <ac:spMk id="16" creationId="{D1CD743E-D834-F50D-1883-545C0E1943E3}"/>
          </ac:spMkLst>
        </pc:spChg>
        <pc:graphicFrameChg chg="mod modGraphic">
          <ac:chgData name="FISLAC FMM | IDB" userId="954c64677f6d4ef3" providerId="LiveId" clId="{AB02DB89-E09C-4A61-91FC-1B73E764C040}" dt="2025-12-01T21:30:32.228" v="914" actId="20577"/>
          <ac:graphicFrameMkLst>
            <pc:docMk/>
            <pc:sldMk cId="1705703805" sldId="1116"/>
            <ac:graphicFrameMk id="4" creationId="{3C9F4AA8-B20B-FF76-EEA3-252E39DDEA8D}"/>
          </ac:graphicFrameMkLst>
        </pc:graphicFrameChg>
        <pc:graphicFrameChg chg="mod modGraphic">
          <ac:chgData name="FISLAC FMM | IDB" userId="954c64677f6d4ef3" providerId="LiveId" clId="{AB02DB89-E09C-4A61-91FC-1B73E764C040}" dt="2025-12-01T21:30:33.774" v="916" actId="20577"/>
          <ac:graphicFrameMkLst>
            <pc:docMk/>
            <pc:sldMk cId="1705703805" sldId="1116"/>
            <ac:graphicFrameMk id="5" creationId="{417E303C-6CB6-6FE7-6971-C799F3B9B1A9}"/>
          </ac:graphicFrameMkLst>
        </pc:graphicFrameChg>
      </pc:sldChg>
      <pc:sldChg chg="addSp delSp modSp add mod">
        <pc:chgData name="FISLAC FMM | IDB" userId="954c64677f6d4ef3" providerId="LiveId" clId="{AB02DB89-E09C-4A61-91FC-1B73E764C040}" dt="2025-12-03T13:57:42.046" v="2141" actId="20577"/>
        <pc:sldMkLst>
          <pc:docMk/>
          <pc:sldMk cId="582545270" sldId="1195"/>
        </pc:sldMkLst>
        <pc:spChg chg="add mod">
          <ac:chgData name="FISLAC FMM | IDB" userId="954c64677f6d4ef3" providerId="LiveId" clId="{AB02DB89-E09C-4A61-91FC-1B73E764C040}" dt="2025-12-01T20:49:08.435" v="576"/>
          <ac:spMkLst>
            <pc:docMk/>
            <pc:sldMk cId="582545270" sldId="1195"/>
            <ac:spMk id="11" creationId="{8EFC5257-5BE5-D0D1-3EF1-CE5DFF6E4F21}"/>
          </ac:spMkLst>
        </pc:spChg>
        <pc:spChg chg="mod">
          <ac:chgData name="FISLAC FMM | IDB" userId="954c64677f6d4ef3" providerId="LiveId" clId="{AB02DB89-E09C-4A61-91FC-1B73E764C040}" dt="2025-12-03T13:55:00.168" v="2060" actId="20577"/>
          <ac:spMkLst>
            <pc:docMk/>
            <pc:sldMk cId="582545270" sldId="1195"/>
            <ac:spMk id="27" creationId="{6DD32B08-5E7D-A192-C1F5-EB40CC3827C6}"/>
          </ac:spMkLst>
        </pc:spChg>
        <pc:graphicFrameChg chg="mod">
          <ac:chgData name="FISLAC FMM | IDB" userId="954c64677f6d4ef3" providerId="LiveId" clId="{AB02DB89-E09C-4A61-91FC-1B73E764C040}" dt="2025-12-03T13:55:11.296" v="2062" actId="1076"/>
          <ac:graphicFrameMkLst>
            <pc:docMk/>
            <pc:sldMk cId="582545270" sldId="1195"/>
            <ac:graphicFrameMk id="4" creationId="{6194BB73-CF78-0AE4-160C-BC431135D9C9}"/>
          </ac:graphicFrameMkLst>
        </pc:graphicFrameChg>
        <pc:graphicFrameChg chg="add mod">
          <ac:chgData name="FISLAC FMM | IDB" userId="954c64677f6d4ef3" providerId="LiveId" clId="{AB02DB89-E09C-4A61-91FC-1B73E764C040}" dt="2025-12-03T13:55:07.205" v="2061" actId="1076"/>
          <ac:graphicFrameMkLst>
            <pc:docMk/>
            <pc:sldMk cId="582545270" sldId="1195"/>
            <ac:graphicFrameMk id="16" creationId="{7C5C22CA-5145-1017-3231-6BA2010F05A9}"/>
          </ac:graphicFrameMkLst>
        </pc:graphicFrameChg>
        <pc:graphicFrameChg chg="add mod modGraphic">
          <ac:chgData name="FISLAC FMM | IDB" userId="954c64677f6d4ef3" providerId="LiveId" clId="{AB02DB89-E09C-4A61-91FC-1B73E764C040}" dt="2025-12-03T13:57:42.046" v="2141" actId="20577"/>
          <ac:graphicFrameMkLst>
            <pc:docMk/>
            <pc:sldMk cId="582545270" sldId="1195"/>
            <ac:graphicFrameMk id="19" creationId="{C868C948-D6E3-CD73-A315-AE6AF4E6A269}"/>
          </ac:graphicFrameMkLst>
        </pc:graphicFrameChg>
      </pc:sldChg>
      <pc:sldChg chg="addSp delSp modSp add mod">
        <pc:chgData name="FISLAC FMM | IDB" userId="954c64677f6d4ef3" providerId="LiveId" clId="{AB02DB89-E09C-4A61-91FC-1B73E764C040}" dt="2025-12-03T21:42:38.774" v="3548" actId="20577"/>
        <pc:sldMkLst>
          <pc:docMk/>
          <pc:sldMk cId="1097416376" sldId="1233"/>
        </pc:sldMkLst>
        <pc:spChg chg="add mod">
          <ac:chgData name="FISLAC FMM | IDB" userId="954c64677f6d4ef3" providerId="LiveId" clId="{AB02DB89-E09C-4A61-91FC-1B73E764C040}" dt="2025-12-03T14:59:48.034" v="2255"/>
          <ac:spMkLst>
            <pc:docMk/>
            <pc:sldMk cId="1097416376" sldId="1233"/>
            <ac:spMk id="5" creationId="{C8B043F7-53F3-333E-216F-E5280F139C00}"/>
          </ac:spMkLst>
        </pc:spChg>
        <pc:spChg chg="mod">
          <ac:chgData name="FISLAC FMM | IDB" userId="954c64677f6d4ef3" providerId="LiveId" clId="{AB02DB89-E09C-4A61-91FC-1B73E764C040}" dt="2025-12-03T21:42:38.774" v="3548" actId="20577"/>
          <ac:spMkLst>
            <pc:docMk/>
            <pc:sldMk cId="1097416376" sldId="1233"/>
            <ac:spMk id="27" creationId="{6DD32B08-5E7D-A192-C1F5-EB40CC3827C6}"/>
          </ac:spMkLst>
        </pc:spChg>
      </pc:sldChg>
      <pc:sldChg chg="addSp modSp mod">
        <pc:chgData name="FISLAC FMM | IDB" userId="954c64677f6d4ef3" providerId="LiveId" clId="{AB02DB89-E09C-4A61-91FC-1B73E764C040}" dt="2025-12-01T20:49:01.547" v="574" actId="20577"/>
        <pc:sldMkLst>
          <pc:docMk/>
          <pc:sldMk cId="4160355627" sldId="1234"/>
        </pc:sldMkLst>
        <pc:spChg chg="add mod">
          <ac:chgData name="FISLAC FMM | IDB" userId="954c64677f6d4ef3" providerId="LiveId" clId="{AB02DB89-E09C-4A61-91FC-1B73E764C040}" dt="2025-12-01T20:42:41.202" v="513"/>
          <ac:spMkLst>
            <pc:docMk/>
            <pc:sldMk cId="4160355627" sldId="1234"/>
            <ac:spMk id="2" creationId="{FBB1D480-7672-929B-1FEB-DDBD2994A52C}"/>
          </ac:spMkLst>
        </pc:spChg>
        <pc:spChg chg="mod">
          <ac:chgData name="FISLAC FMM | IDB" userId="954c64677f6d4ef3" providerId="LiveId" clId="{AB02DB89-E09C-4A61-91FC-1B73E764C040}" dt="2025-12-01T20:49:01.547" v="574" actId="20577"/>
          <ac:spMkLst>
            <pc:docMk/>
            <pc:sldMk cId="4160355627" sldId="1234"/>
            <ac:spMk id="11" creationId="{263ACBF6-1521-1948-B65D-063D126F9B4D}"/>
          </ac:spMkLst>
        </pc:spChg>
        <pc:spChg chg="mod">
          <ac:chgData name="FISLAC FMM | IDB" userId="954c64677f6d4ef3" providerId="LiveId" clId="{AB02DB89-E09C-4A61-91FC-1B73E764C040}" dt="2025-12-01T20:42:43.839" v="514" actId="1076"/>
          <ac:spMkLst>
            <pc:docMk/>
            <pc:sldMk cId="4160355627" sldId="1234"/>
            <ac:spMk id="27" creationId="{6DD32B08-5E7D-A192-C1F5-EB40CC3827C6}"/>
          </ac:spMkLst>
        </pc:spChg>
      </pc:sldChg>
      <pc:sldChg chg="addSp delSp modSp add mod">
        <pc:chgData name="FISLAC FMM | IDB" userId="954c64677f6d4ef3" providerId="LiveId" clId="{AB02DB89-E09C-4A61-91FC-1B73E764C040}" dt="2025-12-01T21:15:52.972" v="816"/>
        <pc:sldMkLst>
          <pc:docMk/>
          <pc:sldMk cId="2813880999" sldId="1241"/>
        </pc:sldMkLst>
        <pc:spChg chg="add mod">
          <ac:chgData name="FISLAC FMM | IDB" userId="954c64677f6d4ef3" providerId="LiveId" clId="{AB02DB89-E09C-4A61-91FC-1B73E764C040}" dt="2025-12-01T21:15:52.972" v="816"/>
          <ac:spMkLst>
            <pc:docMk/>
            <pc:sldMk cId="2813880999" sldId="1241"/>
            <ac:spMk id="11" creationId="{01F159DB-0FE4-BB5B-9932-E839CE77E323}"/>
          </ac:spMkLst>
        </pc:spChg>
        <pc:spChg chg="mod">
          <ac:chgData name="FISLAC FMM | IDB" userId="954c64677f6d4ef3" providerId="LiveId" clId="{AB02DB89-E09C-4A61-91FC-1B73E764C040}" dt="2025-12-01T21:13:09.639" v="804" actId="108"/>
          <ac:spMkLst>
            <pc:docMk/>
            <pc:sldMk cId="2813880999" sldId="1241"/>
            <ac:spMk id="27" creationId="{6DD32B08-5E7D-A192-C1F5-EB40CC3827C6}"/>
          </ac:spMkLst>
        </pc:spChg>
        <pc:graphicFrameChg chg="modGraphic">
          <ac:chgData name="FISLAC FMM | IDB" userId="954c64677f6d4ef3" providerId="LiveId" clId="{AB02DB89-E09C-4A61-91FC-1B73E764C040}" dt="2025-12-01T21:10:40.398" v="782" actId="20577"/>
          <ac:graphicFrameMkLst>
            <pc:docMk/>
            <pc:sldMk cId="2813880999" sldId="1241"/>
            <ac:graphicFrameMk id="3" creationId="{C710DE7A-4CD5-62E3-1CC4-96AD31337A83}"/>
          </ac:graphicFrameMkLst>
        </pc:graphicFrameChg>
        <pc:graphicFrameChg chg="mod modGraphic">
          <ac:chgData name="FISLAC FMM | IDB" userId="954c64677f6d4ef3" providerId="LiveId" clId="{AB02DB89-E09C-4A61-91FC-1B73E764C040}" dt="2025-12-01T21:10:38.481" v="780" actId="20577"/>
          <ac:graphicFrameMkLst>
            <pc:docMk/>
            <pc:sldMk cId="2813880999" sldId="1241"/>
            <ac:graphicFrameMk id="8" creationId="{5F125AFB-48F0-F8C3-B74B-60B4D0B5BCFE}"/>
          </ac:graphicFrameMkLst>
        </pc:graphicFrameChg>
        <pc:graphicFrameChg chg="mod modGraphic">
          <ac:chgData name="FISLAC FMM | IDB" userId="954c64677f6d4ef3" providerId="LiveId" clId="{AB02DB89-E09C-4A61-91FC-1B73E764C040}" dt="2025-12-01T21:10:45.405" v="785" actId="207"/>
          <ac:graphicFrameMkLst>
            <pc:docMk/>
            <pc:sldMk cId="2813880999" sldId="1241"/>
            <ac:graphicFrameMk id="10" creationId="{39E2383B-375A-05A7-91F0-EF4F8216C266}"/>
          </ac:graphicFrameMkLst>
        </pc:graphicFrameChg>
      </pc:sldChg>
      <pc:sldChg chg="addSp delSp modSp add mod">
        <pc:chgData name="FISLAC FMM | IDB" userId="954c64677f6d4ef3" providerId="LiveId" clId="{AB02DB89-E09C-4A61-91FC-1B73E764C040}" dt="2025-12-01T22:36:46.659" v="1159" actId="14100"/>
        <pc:sldMkLst>
          <pc:docMk/>
          <pc:sldMk cId="4129144691" sldId="1242"/>
        </pc:sldMkLst>
        <pc:spChg chg="mod">
          <ac:chgData name="FISLAC FMM | IDB" userId="954c64677f6d4ef3" providerId="LiveId" clId="{AB02DB89-E09C-4A61-91FC-1B73E764C040}" dt="2025-12-01T21:18:20.172" v="833" actId="20577"/>
          <ac:spMkLst>
            <pc:docMk/>
            <pc:sldMk cId="4129144691" sldId="1242"/>
            <ac:spMk id="8" creationId="{4D497112-5789-EEC8-4D7D-FAA5A6ECB384}"/>
          </ac:spMkLst>
        </pc:spChg>
        <pc:spChg chg="add mod">
          <ac:chgData name="FISLAC FMM | IDB" userId="954c64677f6d4ef3" providerId="LiveId" clId="{AB02DB89-E09C-4A61-91FC-1B73E764C040}" dt="2025-12-01T21:54:36.351" v="947"/>
          <ac:spMkLst>
            <pc:docMk/>
            <pc:sldMk cId="4129144691" sldId="1242"/>
            <ac:spMk id="11" creationId="{EB792E7C-9656-1B21-F051-F2E850F54565}"/>
          </ac:spMkLst>
        </pc:spChg>
        <pc:graphicFrameChg chg="add mod modGraphic">
          <ac:chgData name="FISLAC FMM | IDB" userId="954c64677f6d4ef3" providerId="LiveId" clId="{AB02DB89-E09C-4A61-91FC-1B73E764C040}" dt="2025-12-01T22:36:46.659" v="1159" actId="14100"/>
          <ac:graphicFrameMkLst>
            <pc:docMk/>
            <pc:sldMk cId="4129144691" sldId="1242"/>
            <ac:graphicFrameMk id="3" creationId="{339DB03E-69ED-5E53-0221-9F53400810D1}"/>
          </ac:graphicFrameMkLst>
        </pc:graphicFrameChg>
        <pc:graphicFrameChg chg="mod modGraphic">
          <ac:chgData name="FISLAC FMM | IDB" userId="954c64677f6d4ef3" providerId="LiveId" clId="{AB02DB89-E09C-4A61-91FC-1B73E764C040}" dt="2025-12-01T22:36:42.539" v="1158" actId="20577"/>
          <ac:graphicFrameMkLst>
            <pc:docMk/>
            <pc:sldMk cId="4129144691" sldId="1242"/>
            <ac:graphicFrameMk id="10" creationId="{E1B64F29-57DE-B312-80A1-AA13629C7B07}"/>
          </ac:graphicFrameMkLst>
        </pc:graphicFrameChg>
        <pc:graphicFrameChg chg="mod">
          <ac:chgData name="FISLAC FMM | IDB" userId="954c64677f6d4ef3" providerId="LiveId" clId="{AB02DB89-E09C-4A61-91FC-1B73E764C040}" dt="2025-12-01T21:23:54.800" v="905" actId="1076"/>
          <ac:graphicFrameMkLst>
            <pc:docMk/>
            <pc:sldMk cId="4129144691" sldId="1242"/>
            <ac:graphicFrameMk id="18" creationId="{298F5A56-542E-8EC0-B1B1-099AF38437A1}"/>
          </ac:graphicFrameMkLst>
        </pc:graphicFrameChg>
        <pc:picChg chg="mod">
          <ac:chgData name="FISLAC FMM | IDB" userId="954c64677f6d4ef3" providerId="LiveId" clId="{AB02DB89-E09C-4A61-91FC-1B73E764C040}" dt="2025-12-01T21:18:24.086" v="836" actId="1076"/>
          <ac:picMkLst>
            <pc:docMk/>
            <pc:sldMk cId="4129144691" sldId="1242"/>
            <ac:picMk id="9" creationId="{61AE38C5-A81D-588F-D9CC-9424A7928BAD}"/>
          </ac:picMkLst>
        </pc:picChg>
      </pc:sldChg>
      <pc:sldChg chg="addSp delSp modSp add mod">
        <pc:chgData name="FISLAC FMM | IDB" userId="954c64677f6d4ef3" providerId="LiveId" clId="{AB02DB89-E09C-4A61-91FC-1B73E764C040}" dt="2025-12-01T23:52:43.223" v="1895" actId="207"/>
        <pc:sldMkLst>
          <pc:docMk/>
          <pc:sldMk cId="2611602326" sldId="1243"/>
        </pc:sldMkLst>
        <pc:spChg chg="add mod">
          <ac:chgData name="FISLAC FMM | IDB" userId="954c64677f6d4ef3" providerId="LiveId" clId="{AB02DB89-E09C-4A61-91FC-1B73E764C040}" dt="2025-12-01T21:54:40.507" v="948"/>
          <ac:spMkLst>
            <pc:docMk/>
            <pc:sldMk cId="2611602326" sldId="1243"/>
            <ac:spMk id="3" creationId="{83C76331-6E75-F516-4990-D952AD38A2C7}"/>
          </ac:spMkLst>
        </pc:spChg>
        <pc:spChg chg="add mod">
          <ac:chgData name="FISLAC FMM | IDB" userId="954c64677f6d4ef3" providerId="LiveId" clId="{AB02DB89-E09C-4A61-91FC-1B73E764C040}" dt="2025-12-01T21:55:38.259" v="955" actId="14100"/>
          <ac:spMkLst>
            <pc:docMk/>
            <pc:sldMk cId="2611602326" sldId="1243"/>
            <ac:spMk id="9" creationId="{FAECB9F5-602A-E038-34F2-979BE50C7193}"/>
          </ac:spMkLst>
        </pc:spChg>
        <pc:spChg chg="add mod">
          <ac:chgData name="FISLAC FMM | IDB" userId="954c64677f6d4ef3" providerId="LiveId" clId="{AB02DB89-E09C-4A61-91FC-1B73E764C040}" dt="2025-12-01T22:46:08.146" v="1533" actId="14100"/>
          <ac:spMkLst>
            <pc:docMk/>
            <pc:sldMk cId="2611602326" sldId="1243"/>
            <ac:spMk id="16" creationId="{EB3B174F-3628-73D6-1891-4D4BA2C55D09}"/>
          </ac:spMkLst>
        </pc:spChg>
        <pc:spChg chg="add mod">
          <ac:chgData name="FISLAC FMM | IDB" userId="954c64677f6d4ef3" providerId="LiveId" clId="{AB02DB89-E09C-4A61-91FC-1B73E764C040}" dt="2025-12-01T22:46:53.321" v="1545" actId="1076"/>
          <ac:spMkLst>
            <pc:docMk/>
            <pc:sldMk cId="2611602326" sldId="1243"/>
            <ac:spMk id="17" creationId="{8EA680D5-2D4B-6A30-7C64-BCCB6B6AD60A}"/>
          </ac:spMkLst>
        </pc:spChg>
        <pc:spChg chg="mod">
          <ac:chgData name="FISLAC FMM | IDB" userId="954c64677f6d4ef3" providerId="LiveId" clId="{AB02DB89-E09C-4A61-91FC-1B73E764C040}" dt="2025-12-01T23:52:43.223" v="1895" actId="207"/>
          <ac:spMkLst>
            <pc:docMk/>
            <pc:sldMk cId="2611602326" sldId="1243"/>
            <ac:spMk id="27" creationId="{6DD32B08-5E7D-A192-C1F5-EB40CC3827C6}"/>
          </ac:spMkLst>
        </pc:spChg>
        <pc:graphicFrameChg chg="mod modGraphic">
          <ac:chgData name="FISLAC FMM | IDB" userId="954c64677f6d4ef3" providerId="LiveId" clId="{AB02DB89-E09C-4A61-91FC-1B73E764C040}" dt="2025-12-01T22:36:52.512" v="1161" actId="20577"/>
          <ac:graphicFrameMkLst>
            <pc:docMk/>
            <pc:sldMk cId="2611602326" sldId="1243"/>
            <ac:graphicFrameMk id="8" creationId="{B79944CD-1C5F-2CD9-42D0-8BA33BAB6D69}"/>
          </ac:graphicFrameMkLst>
        </pc:graphicFrameChg>
        <pc:graphicFrameChg chg="mod modGraphic">
          <ac:chgData name="FISLAC FMM | IDB" userId="954c64677f6d4ef3" providerId="LiveId" clId="{AB02DB89-E09C-4A61-91FC-1B73E764C040}" dt="2025-12-01T22:45:25.274" v="1525" actId="1076"/>
          <ac:graphicFrameMkLst>
            <pc:docMk/>
            <pc:sldMk cId="2611602326" sldId="1243"/>
            <ac:graphicFrameMk id="10" creationId="{7113214B-ED20-CA2F-68FE-774793A31085}"/>
          </ac:graphicFrameMkLst>
        </pc:graphicFrameChg>
        <pc:picChg chg="add mod">
          <ac:chgData name="FISLAC FMM | IDB" userId="954c64677f6d4ef3" providerId="LiveId" clId="{AB02DB89-E09C-4A61-91FC-1B73E764C040}" dt="2025-12-01T21:54:52.458" v="951"/>
          <ac:picMkLst>
            <pc:docMk/>
            <pc:sldMk cId="2611602326" sldId="1243"/>
            <ac:picMk id="15" creationId="{197FFC25-C7CF-F767-B9AF-8E48280E10BB}"/>
          </ac:picMkLst>
        </pc:picChg>
      </pc:sldChg>
      <pc:sldChg chg="modSp mod">
        <pc:chgData name="FISLAC FMM | IDB" userId="954c64677f6d4ef3" providerId="LiveId" clId="{AB02DB89-E09C-4A61-91FC-1B73E764C040}" dt="2025-12-07T02:55:37.378" v="3601" actId="1076"/>
        <pc:sldMkLst>
          <pc:docMk/>
          <pc:sldMk cId="782208832" sldId="1249"/>
        </pc:sldMkLst>
        <pc:spChg chg="mod">
          <ac:chgData name="FISLAC FMM | IDB" userId="954c64677f6d4ef3" providerId="LiveId" clId="{AB02DB89-E09C-4A61-91FC-1B73E764C040}" dt="2025-12-07T02:55:37.378" v="3601" actId="1076"/>
          <ac:spMkLst>
            <pc:docMk/>
            <pc:sldMk cId="782208832" sldId="1249"/>
            <ac:spMk id="6" creationId="{84F58083-513A-13C8-A8A5-0FA59FC85AE1}"/>
          </ac:spMkLst>
        </pc:spChg>
      </pc:sldChg>
      <pc:sldChg chg="addSp delSp modSp mod">
        <pc:chgData name="FISLAC FMM | IDB" userId="954c64677f6d4ef3" providerId="LiveId" clId="{AB02DB89-E09C-4A61-91FC-1B73E764C040}" dt="2025-12-03T15:01:52.457" v="2258" actId="1076"/>
        <pc:sldMkLst>
          <pc:docMk/>
          <pc:sldMk cId="137496341" sldId="1252"/>
        </pc:sldMkLst>
        <pc:spChg chg="mod">
          <ac:chgData name="FISLAC FMM | IDB" userId="954c64677f6d4ef3" providerId="LiveId" clId="{AB02DB89-E09C-4A61-91FC-1B73E764C040}" dt="2025-12-03T14:59:27.596" v="2252" actId="1076"/>
          <ac:spMkLst>
            <pc:docMk/>
            <pc:sldMk cId="137496341" sldId="1252"/>
            <ac:spMk id="5" creationId="{8EBE4726-2E12-24F2-B593-C3C965E9F912}"/>
          </ac:spMkLst>
        </pc:spChg>
        <pc:picChg chg="add mod">
          <ac:chgData name="FISLAC FMM | IDB" userId="954c64677f6d4ef3" providerId="LiveId" clId="{AB02DB89-E09C-4A61-91FC-1B73E764C040}" dt="2025-12-03T15:01:52.457" v="2258" actId="1076"/>
          <ac:picMkLst>
            <pc:docMk/>
            <pc:sldMk cId="137496341" sldId="1252"/>
            <ac:picMk id="10" creationId="{8F65D95B-7664-B636-2983-220B17B5412B}"/>
          </ac:picMkLst>
        </pc:picChg>
      </pc:sldChg>
      <pc:sldChg chg="addSp delSp modSp mod">
        <pc:chgData name="FISLAC FMM | IDB" userId="954c64677f6d4ef3" providerId="LiveId" clId="{AB02DB89-E09C-4A61-91FC-1B73E764C040}" dt="2025-12-03T15:21:19.723" v="2811" actId="20577"/>
        <pc:sldMkLst>
          <pc:docMk/>
          <pc:sldMk cId="24346836" sldId="1254"/>
        </pc:sldMkLst>
        <pc:spChg chg="mod">
          <ac:chgData name="FISLAC FMM | IDB" userId="954c64677f6d4ef3" providerId="LiveId" clId="{AB02DB89-E09C-4A61-91FC-1B73E764C040}" dt="2025-12-03T15:19:58.652" v="2724" actId="108"/>
          <ac:spMkLst>
            <pc:docMk/>
            <pc:sldMk cId="24346836" sldId="1254"/>
            <ac:spMk id="15" creationId="{FD568CDD-0258-8255-D8F9-A64754EBE8CD}"/>
          </ac:spMkLst>
        </pc:spChg>
        <pc:spChg chg="mod">
          <ac:chgData name="FISLAC FMM | IDB" userId="954c64677f6d4ef3" providerId="LiveId" clId="{AB02DB89-E09C-4A61-91FC-1B73E764C040}" dt="2025-12-03T15:21:19.723" v="2811" actId="20577"/>
          <ac:spMkLst>
            <pc:docMk/>
            <pc:sldMk cId="24346836" sldId="1254"/>
            <ac:spMk id="22" creationId="{53331EDC-2B0E-6359-47A7-183566E32F07}"/>
          </ac:spMkLst>
        </pc:spChg>
        <pc:picChg chg="add mod">
          <ac:chgData name="FISLAC FMM | IDB" userId="954c64677f6d4ef3" providerId="LiveId" clId="{AB02DB89-E09C-4A61-91FC-1B73E764C040}" dt="2025-12-03T12:49:21" v="1943" actId="1076"/>
          <ac:picMkLst>
            <pc:docMk/>
            <pc:sldMk cId="24346836" sldId="1254"/>
            <ac:picMk id="5" creationId="{C1EF208E-92D3-D793-63AB-957689352656}"/>
          </ac:picMkLst>
        </pc:picChg>
      </pc:sldChg>
      <pc:sldChg chg="addSp delSp modSp mod">
        <pc:chgData name="FISLAC FMM | IDB" userId="954c64677f6d4ef3" providerId="LiveId" clId="{AB02DB89-E09C-4A61-91FC-1B73E764C040}" dt="2025-12-03T12:51:25.956" v="2027" actId="20577"/>
        <pc:sldMkLst>
          <pc:docMk/>
          <pc:sldMk cId="154298541" sldId="1257"/>
        </pc:sldMkLst>
        <pc:spChg chg="mod">
          <ac:chgData name="FISLAC FMM | IDB" userId="954c64677f6d4ef3" providerId="LiveId" clId="{AB02DB89-E09C-4A61-91FC-1B73E764C040}" dt="2025-12-03T12:51:25.956" v="2027" actId="20577"/>
          <ac:spMkLst>
            <pc:docMk/>
            <pc:sldMk cId="154298541" sldId="1257"/>
            <ac:spMk id="22" creationId="{692ACA54-AF35-2C32-1FB4-B26EF37457C6}"/>
          </ac:spMkLst>
        </pc:spChg>
        <pc:picChg chg="add mod">
          <ac:chgData name="FISLAC FMM | IDB" userId="954c64677f6d4ef3" providerId="LiveId" clId="{AB02DB89-E09C-4A61-91FC-1B73E764C040}" dt="2025-12-03T12:48:43.611" v="1929" actId="1076"/>
          <ac:picMkLst>
            <pc:docMk/>
            <pc:sldMk cId="154298541" sldId="1257"/>
            <ac:picMk id="5" creationId="{4EEF016A-48BE-4D1A-EE7C-BCDC22DC4B4F}"/>
          </ac:picMkLst>
        </pc:picChg>
      </pc:sldChg>
      <pc:sldChg chg="addSp delSp modSp mod">
        <pc:chgData name="FISLAC FMM | IDB" userId="954c64677f6d4ef3" providerId="LiveId" clId="{AB02DB89-E09C-4A61-91FC-1B73E764C040}" dt="2025-12-03T15:19:52.884" v="2722" actId="1076"/>
        <pc:sldMkLst>
          <pc:docMk/>
          <pc:sldMk cId="3555920859" sldId="1258"/>
        </pc:sldMkLst>
        <pc:spChg chg="mod">
          <ac:chgData name="FISLAC FMM | IDB" userId="954c64677f6d4ef3" providerId="LiveId" clId="{AB02DB89-E09C-4A61-91FC-1B73E764C040}" dt="2025-12-03T15:19:52.884" v="2722" actId="1076"/>
          <ac:spMkLst>
            <pc:docMk/>
            <pc:sldMk cId="3555920859" sldId="1258"/>
            <ac:spMk id="22" creationId="{B39613A6-3A73-5609-54C0-6C955881D40E}"/>
          </ac:spMkLst>
        </pc:spChg>
        <pc:picChg chg="add mod">
          <ac:chgData name="FISLAC FMM | IDB" userId="954c64677f6d4ef3" providerId="LiveId" clId="{AB02DB89-E09C-4A61-91FC-1B73E764C040}" dt="2025-12-03T15:16:23.517" v="2664" actId="1076"/>
          <ac:picMkLst>
            <pc:docMk/>
            <pc:sldMk cId="3555920859" sldId="1258"/>
            <ac:picMk id="5" creationId="{7F163608-D92B-788F-E768-3A3DA96E2075}"/>
          </ac:picMkLst>
        </pc:picChg>
      </pc:sldChg>
      <pc:sldChg chg="add">
        <pc:chgData name="FISLAC FMM | IDB" userId="954c64677f6d4ef3" providerId="LiveId" clId="{AB02DB89-E09C-4A61-91FC-1B73E764C040}" dt="2025-12-01T19:33:04.160" v="22"/>
        <pc:sldMkLst>
          <pc:docMk/>
          <pc:sldMk cId="989878262" sldId="1356"/>
        </pc:sldMkLst>
      </pc:sldChg>
      <pc:sldChg chg="addSp delSp modSp add mod">
        <pc:chgData name="FISLAC FMM | IDB" userId="954c64677f6d4ef3" providerId="LiveId" clId="{AB02DB89-E09C-4A61-91FC-1B73E764C040}" dt="2025-12-01T21:20:03.329" v="862" actId="20577"/>
        <pc:sldMkLst>
          <pc:docMk/>
          <pc:sldMk cId="2434679673" sldId="1360"/>
        </pc:sldMkLst>
        <pc:spChg chg="add mod">
          <ac:chgData name="FISLAC FMM | IDB" userId="954c64677f6d4ef3" providerId="LiveId" clId="{AB02DB89-E09C-4A61-91FC-1B73E764C040}" dt="2025-12-01T21:20:03.329" v="862" actId="20577"/>
          <ac:spMkLst>
            <pc:docMk/>
            <pc:sldMk cId="2434679673" sldId="1360"/>
            <ac:spMk id="6" creationId="{3405B119-9A3C-8EEA-B061-6017FC194A01}"/>
          </ac:spMkLst>
        </pc:spChg>
      </pc:sldChg>
      <pc:sldChg chg="addSp delSp modSp add mod">
        <pc:chgData name="FISLAC FMM | IDB" userId="954c64677f6d4ef3" providerId="LiveId" clId="{AB02DB89-E09C-4A61-91FC-1B73E764C040}" dt="2025-12-01T21:20:14.093" v="890" actId="20577"/>
        <pc:sldMkLst>
          <pc:docMk/>
          <pc:sldMk cId="1136625094" sldId="1361"/>
        </pc:sldMkLst>
        <pc:spChg chg="add mod">
          <ac:chgData name="FISLAC FMM | IDB" userId="954c64677f6d4ef3" providerId="LiveId" clId="{AB02DB89-E09C-4A61-91FC-1B73E764C040}" dt="2025-12-01T21:20:14.093" v="890" actId="20577"/>
          <ac:spMkLst>
            <pc:docMk/>
            <pc:sldMk cId="1136625094" sldId="1361"/>
            <ac:spMk id="6" creationId="{0A0797F6-7997-277F-847F-5BAF7E3071CF}"/>
          </ac:spMkLst>
        </pc:spChg>
      </pc:sldChg>
      <pc:sldChg chg="addSp delSp modSp add mod">
        <pc:chgData name="FISLAC FMM | IDB" userId="954c64677f6d4ef3" providerId="LiveId" clId="{AB02DB89-E09C-4A61-91FC-1B73E764C040}" dt="2025-12-04T15:53:36.219" v="3567" actId="20577"/>
        <pc:sldMkLst>
          <pc:docMk/>
          <pc:sldMk cId="1697406939" sldId="1362"/>
        </pc:sldMkLst>
        <pc:spChg chg="add mod">
          <ac:chgData name="FISLAC FMM | IDB" userId="954c64677f6d4ef3" providerId="LiveId" clId="{AB02DB89-E09C-4A61-91FC-1B73E764C040}" dt="2025-12-01T21:54:32.940" v="945"/>
          <ac:spMkLst>
            <pc:docMk/>
            <pc:sldMk cId="1697406939" sldId="1362"/>
            <ac:spMk id="2" creationId="{5C694861-D59A-DFEE-136F-6622A8DD57E7}"/>
          </ac:spMkLst>
        </pc:spChg>
        <pc:spChg chg="mod">
          <ac:chgData name="FISLAC FMM | IDB" userId="954c64677f6d4ef3" providerId="LiveId" clId="{AB02DB89-E09C-4A61-91FC-1B73E764C040}" dt="2025-12-01T21:18:17.196" v="832" actId="20577"/>
          <ac:spMkLst>
            <pc:docMk/>
            <pc:sldMk cId="1697406939" sldId="1362"/>
            <ac:spMk id="8" creationId="{4D497112-5789-EEC8-4D7D-FAA5A6ECB384}"/>
          </ac:spMkLst>
        </pc:spChg>
        <pc:spChg chg="mod">
          <ac:chgData name="FISLAC FMM | IDB" userId="954c64677f6d4ef3" providerId="LiveId" clId="{AB02DB89-E09C-4A61-91FC-1B73E764C040}" dt="2025-12-01T21:21:31.401" v="891" actId="1076"/>
          <ac:spMkLst>
            <pc:docMk/>
            <pc:sldMk cId="1697406939" sldId="1362"/>
            <ac:spMk id="17" creationId="{256EBE45-170A-5424-6F28-4C28424E9404}"/>
          </ac:spMkLst>
        </pc:spChg>
        <pc:spChg chg="mod">
          <ac:chgData name="FISLAC FMM | IDB" userId="954c64677f6d4ef3" providerId="LiveId" clId="{AB02DB89-E09C-4A61-91FC-1B73E764C040}" dt="2025-12-01T21:21:31.401" v="891" actId="1076"/>
          <ac:spMkLst>
            <pc:docMk/>
            <pc:sldMk cId="1697406939" sldId="1362"/>
            <ac:spMk id="19" creationId="{BCAC41C3-0F2F-2D02-1838-528F347DD90A}"/>
          </ac:spMkLst>
        </pc:spChg>
        <pc:spChg chg="mod">
          <ac:chgData name="FISLAC FMM | IDB" userId="954c64677f6d4ef3" providerId="LiveId" clId="{AB02DB89-E09C-4A61-91FC-1B73E764C040}" dt="2025-12-01T21:21:31.401" v="891" actId="1076"/>
          <ac:spMkLst>
            <pc:docMk/>
            <pc:sldMk cId="1697406939" sldId="1362"/>
            <ac:spMk id="20" creationId="{BCB8A0E1-E403-4FDD-0298-2A4B1B4A7745}"/>
          </ac:spMkLst>
        </pc:spChg>
        <pc:spChg chg="mod">
          <ac:chgData name="FISLAC FMM | IDB" userId="954c64677f6d4ef3" providerId="LiveId" clId="{AB02DB89-E09C-4A61-91FC-1B73E764C040}" dt="2025-12-01T21:21:31.401" v="891" actId="1076"/>
          <ac:spMkLst>
            <pc:docMk/>
            <pc:sldMk cId="1697406939" sldId="1362"/>
            <ac:spMk id="21" creationId="{832D794C-9CAC-73F7-28A2-AA23433E899A}"/>
          </ac:spMkLst>
        </pc:spChg>
        <pc:spChg chg="mod">
          <ac:chgData name="FISLAC FMM | IDB" userId="954c64677f6d4ef3" providerId="LiveId" clId="{AB02DB89-E09C-4A61-91FC-1B73E764C040}" dt="2025-12-01T21:18:52.814" v="840" actId="1076"/>
          <ac:spMkLst>
            <pc:docMk/>
            <pc:sldMk cId="1697406939" sldId="1362"/>
            <ac:spMk id="23" creationId="{91F97A83-5585-C113-49CF-84816C68A421}"/>
          </ac:spMkLst>
        </pc:spChg>
        <pc:spChg chg="mod">
          <ac:chgData name="FISLAC FMM | IDB" userId="954c64677f6d4ef3" providerId="LiveId" clId="{AB02DB89-E09C-4A61-91FC-1B73E764C040}" dt="2025-12-01T21:18:57.209" v="841" actId="1076"/>
          <ac:spMkLst>
            <pc:docMk/>
            <pc:sldMk cId="1697406939" sldId="1362"/>
            <ac:spMk id="25" creationId="{E9E353BA-23B3-77E7-8B46-F0DE122233DC}"/>
          </ac:spMkLst>
        </pc:spChg>
        <pc:spChg chg="mod">
          <ac:chgData name="FISLAC FMM | IDB" userId="954c64677f6d4ef3" providerId="LiveId" clId="{AB02DB89-E09C-4A61-91FC-1B73E764C040}" dt="2025-12-04T15:53:36.219" v="3567" actId="20577"/>
          <ac:spMkLst>
            <pc:docMk/>
            <pc:sldMk cId="1697406939" sldId="1362"/>
            <ac:spMk id="27" creationId="{6DD32B08-5E7D-A192-C1F5-EB40CC3827C6}"/>
          </ac:spMkLst>
        </pc:spChg>
        <pc:graphicFrameChg chg="mod">
          <ac:chgData name="FISLAC FMM | IDB" userId="954c64677f6d4ef3" providerId="LiveId" clId="{AB02DB89-E09C-4A61-91FC-1B73E764C040}" dt="2025-12-01T21:21:49.392" v="893" actId="207"/>
          <ac:graphicFrameMkLst>
            <pc:docMk/>
            <pc:sldMk cId="1697406939" sldId="1362"/>
            <ac:graphicFrameMk id="3" creationId="{7C5C22CA-5145-1017-3231-6BA2010F05A9}"/>
          </ac:graphicFrameMkLst>
        </pc:graphicFrameChg>
        <pc:picChg chg="mod">
          <ac:chgData name="FISLAC FMM | IDB" userId="954c64677f6d4ef3" providerId="LiveId" clId="{AB02DB89-E09C-4A61-91FC-1B73E764C040}" dt="2025-12-01T21:18:28.089" v="838" actId="1076"/>
          <ac:picMkLst>
            <pc:docMk/>
            <pc:sldMk cId="1697406939" sldId="1362"/>
            <ac:picMk id="9" creationId="{61AE38C5-A81D-588F-D9CC-9424A7928BAD}"/>
          </ac:picMkLst>
        </pc:picChg>
      </pc:sldChg>
      <pc:sldChg chg="modSp add mod">
        <pc:chgData name="FISLAC FMM | IDB" userId="954c64677f6d4ef3" providerId="LiveId" clId="{AB02DB89-E09C-4A61-91FC-1B73E764C040}" dt="2025-12-01T21:44:58.452" v="940" actId="20577"/>
        <pc:sldMkLst>
          <pc:docMk/>
          <pc:sldMk cId="785557550" sldId="1363"/>
        </pc:sldMkLst>
        <pc:spChg chg="mod">
          <ac:chgData name="FISLAC FMM | IDB" userId="954c64677f6d4ef3" providerId="LiveId" clId="{AB02DB89-E09C-4A61-91FC-1B73E764C040}" dt="2025-12-01T21:44:58.452" v="940" actId="20577"/>
          <ac:spMkLst>
            <pc:docMk/>
            <pc:sldMk cId="785557550" sldId="1363"/>
            <ac:spMk id="4" creationId="{3057D07B-35ED-2DA3-BBED-F28D1B3D15F1}"/>
          </ac:spMkLst>
        </pc:spChg>
      </pc:sldChg>
      <pc:sldChg chg="addSp delSp modSp add mod">
        <pc:chgData name="FISLAC FMM | IDB" userId="954c64677f6d4ef3" providerId="LiveId" clId="{AB02DB89-E09C-4A61-91FC-1B73E764C040}" dt="2025-12-04T16:02:39.329" v="3573" actId="20577"/>
        <pc:sldMkLst>
          <pc:docMk/>
          <pc:sldMk cId="3541265071" sldId="1364"/>
        </pc:sldMkLst>
        <pc:spChg chg="add del mod">
          <ac:chgData name="FISLAC FMM | IDB" userId="954c64677f6d4ef3" providerId="LiveId" clId="{AB02DB89-E09C-4A61-91FC-1B73E764C040}" dt="2025-12-01T23:23:27.164" v="1689" actId="1076"/>
          <ac:spMkLst>
            <pc:docMk/>
            <pc:sldMk cId="3541265071" sldId="1364"/>
            <ac:spMk id="9" creationId="{D03ABCEA-F883-C337-D838-5E3B247FE9E9}"/>
          </ac:spMkLst>
        </pc:spChg>
        <pc:spChg chg="add mod">
          <ac:chgData name="FISLAC FMM | IDB" userId="954c64677f6d4ef3" providerId="LiveId" clId="{AB02DB89-E09C-4A61-91FC-1B73E764C040}" dt="2025-12-01T21:54:42.387" v="949"/>
          <ac:spMkLst>
            <pc:docMk/>
            <pc:sldMk cId="3541265071" sldId="1364"/>
            <ac:spMk id="10" creationId="{8E6C2028-7A84-CF49-CDF9-A5F535653253}"/>
          </ac:spMkLst>
        </pc:spChg>
        <pc:spChg chg="add mod">
          <ac:chgData name="FISLAC FMM | IDB" userId="954c64677f6d4ef3" providerId="LiveId" clId="{AB02DB89-E09C-4A61-91FC-1B73E764C040}" dt="2025-12-01T21:55:45.007" v="957" actId="14100"/>
          <ac:spMkLst>
            <pc:docMk/>
            <pc:sldMk cId="3541265071" sldId="1364"/>
            <ac:spMk id="11" creationId="{35AE85F0-072B-5C4C-03E0-C0AEC83D80DA}"/>
          </ac:spMkLst>
        </pc:spChg>
        <pc:spChg chg="mod">
          <ac:chgData name="FISLAC FMM | IDB" userId="954c64677f6d4ef3" providerId="LiveId" clId="{AB02DB89-E09C-4A61-91FC-1B73E764C040}" dt="2025-12-01T23:23:29.435" v="1690" actId="1076"/>
          <ac:spMkLst>
            <pc:docMk/>
            <pc:sldMk cId="3541265071" sldId="1364"/>
            <ac:spMk id="15" creationId="{A0D169BC-2F34-175A-C399-1548595CED93}"/>
          </ac:spMkLst>
        </pc:spChg>
        <pc:spChg chg="add mod">
          <ac:chgData name="FISLAC FMM | IDB" userId="954c64677f6d4ef3" providerId="LiveId" clId="{AB02DB89-E09C-4A61-91FC-1B73E764C040}" dt="2025-12-01T23:52:53.517" v="1897" actId="207"/>
          <ac:spMkLst>
            <pc:docMk/>
            <pc:sldMk cId="3541265071" sldId="1364"/>
            <ac:spMk id="19" creationId="{B5E7EBE9-A793-CA38-CC06-ACBB94D029A6}"/>
          </ac:spMkLst>
        </pc:spChg>
        <pc:spChg chg="mod">
          <ac:chgData name="FISLAC FMM | IDB" userId="954c64677f6d4ef3" providerId="LiveId" clId="{AB02DB89-E09C-4A61-91FC-1B73E764C040}" dt="2025-12-01T23:53:55.427" v="1915" actId="20577"/>
          <ac:spMkLst>
            <pc:docMk/>
            <pc:sldMk cId="3541265071" sldId="1364"/>
            <ac:spMk id="27" creationId="{6DD32B08-5E7D-A192-C1F5-EB40CC3827C6}"/>
          </ac:spMkLst>
        </pc:spChg>
        <pc:graphicFrameChg chg="mod modGraphic">
          <ac:chgData name="FISLAC FMM | IDB" userId="954c64677f6d4ef3" providerId="LiveId" clId="{AB02DB89-E09C-4A61-91FC-1B73E764C040}" dt="2025-12-04T16:02:36.302" v="3569" actId="20577"/>
          <ac:graphicFrameMkLst>
            <pc:docMk/>
            <pc:sldMk cId="3541265071" sldId="1364"/>
            <ac:graphicFrameMk id="3" creationId="{7C5C22CA-5145-1017-3231-6BA2010F05A9}"/>
          </ac:graphicFrameMkLst>
        </pc:graphicFrameChg>
        <pc:graphicFrameChg chg="mod modGraphic">
          <ac:chgData name="FISLAC FMM | IDB" userId="954c64677f6d4ef3" providerId="LiveId" clId="{AB02DB89-E09C-4A61-91FC-1B73E764C040}" dt="2025-12-04T16:02:39.329" v="3573" actId="20577"/>
          <ac:graphicFrameMkLst>
            <pc:docMk/>
            <pc:sldMk cId="3541265071" sldId="1364"/>
            <ac:graphicFrameMk id="8" creationId="{9ED14BA0-C7E4-9349-5651-0D49DBE194B4}"/>
          </ac:graphicFrameMkLst>
        </pc:graphicFrameChg>
        <pc:graphicFrameChg chg="add mod">
          <ac:chgData name="FISLAC FMM | IDB" userId="954c64677f6d4ef3" providerId="LiveId" clId="{AB02DB89-E09C-4A61-91FC-1B73E764C040}" dt="2025-12-01T23:21:42.272" v="1686" actId="1076"/>
          <ac:graphicFrameMkLst>
            <pc:docMk/>
            <pc:sldMk cId="3541265071" sldId="1364"/>
            <ac:graphicFrameMk id="17" creationId="{F1410CEF-943C-2610-4485-7084CF574A9A}"/>
          </ac:graphicFrameMkLst>
        </pc:graphicFrameChg>
        <pc:picChg chg="add mod">
          <ac:chgData name="FISLAC FMM | IDB" userId="954c64677f6d4ef3" providerId="LiveId" clId="{AB02DB89-E09C-4A61-91FC-1B73E764C040}" dt="2025-12-01T23:15:10.033" v="1647" actId="1076"/>
          <ac:picMkLst>
            <pc:docMk/>
            <pc:sldMk cId="3541265071" sldId="1364"/>
            <ac:picMk id="16" creationId="{58A43B2A-9780-676E-C2B7-90FAB7D4057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DAE92-B27C-4AAD-93B4-4F0472E242B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BD022-BCAC-4530-8A09-6C087C0AC1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7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4F760E-2B37-49F5-B3B6-C5F008A40E8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163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4F760E-2B37-49F5-B3B6-C5F008A40E8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1840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0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B39BE-5582-3CD9-11BA-DED1C54A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08960-F958-900B-BAB0-FE7BBCC28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B4B4B2-9EB8-BDAC-541D-AF411976B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9855C-B068-C6E2-5AC0-EBE5741F8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4F760E-2B37-49F5-B3B6-C5F008A40E8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438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60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41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834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96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13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7F0D-FB19-42A8-CBB9-D48592EC6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6E484-7C07-2015-91EC-C3015AE9E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E841F-48EE-9292-FF52-561B60956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12B31-AB9A-B01A-C2A0-6131574AA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4F760E-2B37-49F5-B3B6-C5F008A40E8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6320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3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4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C29BC-594A-F9B7-3EFE-5B298A4E7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02277-C2A5-4B85-33E9-5B0347B19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FCBE0-9C1A-BCF0-6D42-F74CA900F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16268-4C2C-FFBF-F615-BB0EC4FA0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4F760E-2B37-49F5-B3B6-C5F008A40E8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3053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86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925C9-88E1-69E5-2CF6-DDA721057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8F241-061E-C009-BBA0-3EB566A2C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7D69E-7331-EB47-61D7-F06D10B49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CC501-91B6-F517-7418-D235AA636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909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73A4F-D2BE-C797-ED37-503341D7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3FBD6-3959-24BF-3991-E3166FB36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97F5D-AC8C-4BBE-73A1-CF8F34A7C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61ADF-5B70-4119-A203-9A9C3658B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4F760E-2B37-49F5-B3B6-C5F008A40E8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15161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980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141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70A32-CB71-E77F-A57F-DAB16092D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A9FE7-64FD-A507-FB92-733161C90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FA6BA-0EEA-99A8-76C9-7E27364C7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44457-02B1-B293-0AC1-F5F150E4B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4F760E-2B37-49F5-B3B6-C5F008A40E8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5254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141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F7974-8595-9A6A-751E-5488A5048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7C103-26DF-83B7-E85A-C74F9A8CF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5589B-C0A9-BA5A-2AA6-8421ED3A3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4F13E-B168-BFC9-533D-846A6B337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008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280F6-7131-CF88-3894-B03AEEB20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1DF0E-F9A9-DB84-5763-B67EB12C2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01CF90-04A9-2565-CF14-1EF9EBBCE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15027-C387-6A62-9A67-8DE53FA8E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966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C3F0B-2745-2048-96AE-0C341A03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5F593-C773-A069-258D-98FC86C82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C339D-588E-62C7-8FF8-1939E4D00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5650B-872E-1EA1-9B6F-2E9EC00EB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697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826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E63155-5487-409A-AB2B-F62D9FAD7D58}" type="slidenum">
              <a:rPr kumimoji="0" lang="es-419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500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AF8EF-81C3-0E5A-6F0C-00F2EBCF0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6940F-453D-EB80-3382-DFF3AAC6C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F16CA-9996-5F90-6A63-03E42181C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E58F1-EEE4-8AFF-D8E9-49BA76CB9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6D113-C1ED-3A29-D452-C98C31601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34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3D26-5075-2EE8-E428-759D95E4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42B99-A791-2915-F221-6AB83DF28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EAF53-DA14-E7F2-7787-B0CD25A6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99C9C-E5FC-4475-8D2D-BE7BD9A3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2E230-EB22-82AC-7FB3-CA1D2EC8F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5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B429D-32A2-C121-5551-C97EB99F3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029ED-A04F-BC2D-C5C6-958ECC317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E912C-87F7-AFA3-1C59-2B440D739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612FD-950C-C5F7-52A8-4FD24A260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ECC02-AEDB-A5D8-33D9-A876A9FA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5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B24E-11C6-1755-6F0C-DC3ECB1B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BBC04-5D0E-29AB-A4BE-DAAEA8856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5EEFD-94B2-3FF1-C60E-E62FBA1BE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7F1FD-E6CB-5C7B-1247-9C643D82A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2A8C6-430B-DDFF-B535-F24117F17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5DA27-F804-B3A4-06CC-AB6CC7BF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50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D5F0-1817-D8A5-2151-9D6AB1F0F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86F8C-518A-D573-C59C-D018076A5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DFF44-4258-D13B-F962-CA69DE4D5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8CD92E-58F9-B84C-C7BE-4C7B63C7B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108050-3AB4-35C7-4D53-D2ED8F947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2BE9F8-5B1F-A3A9-BF5F-30C6188C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D46A9C-007F-F18C-F0F6-176553236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BB71A9-50EA-86A2-772E-C0961B9A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97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EC2D0-0B09-B685-8197-00B1F509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F7B98-5857-014A-2699-63D14E242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D55FF-9196-3C15-21A0-17895499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CC0CD-3B20-961A-D862-E0DE5860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0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6AAF0-BA72-9020-0CC9-EFCDC278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9E664C-4919-0D88-7B3F-40B121980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48FCA-4C3A-620A-59B3-0768A021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70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E1C5-4B6A-A0AE-39F2-F8B792D7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7DDF9-C740-558A-64E8-EC949B2C2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D8A0C-C46E-64D5-13C0-48CAD23C2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B05ED-0DFF-7B6B-3B89-B81755FD2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AC577-3A85-0082-98DD-6D26FEEA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73807-7380-D16B-6B58-F8867DB52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D451-F6C7-0E13-388F-6FE501E82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76F524-B09E-C5F8-50BE-CF69B0897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B321B-E1D5-B9E3-ABFC-1FE211130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28404-B95C-EDDF-92D8-F7351ABF8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432B-C34D-2C26-B31F-694E70F49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6DCB9-2153-C4D4-69DD-633164873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39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B14F-5DBD-1586-B585-176E4E1F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ACF6B-B0F9-08F7-F52C-0F4BC6B15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21C3A-18E8-5C6B-F38B-14099DCF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D460D-56E7-0DE6-60E1-72D8F77A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8802A-DDED-5C4D-27B6-CEA08403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08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62084-D4F5-24CB-714A-E7B233F26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3562C-AD91-374D-63B3-EBE75582F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90299-D71F-8451-6AB9-490E9F648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EDF32-B962-FEF9-FB48-AAF9355DA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05CCF-55A5-338E-6C03-B53F3336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4EA1C-487D-A403-0ADE-9DB81EB4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86088-E4B4-0B17-127D-34A79BBC4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23609-65B1-CD73-D3FE-3BBA732FE4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ADA89-7169-477B-8F0D-F02B2FCC6E5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058BE-83E3-1FB2-EF02-837B79E1E6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987B6-998D-0CBB-B21D-27EA22FBD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25240-6CE1-4E75-8079-08EC4C216CC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85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6.svg"/><Relationship Id="rId4" Type="http://schemas.openxmlformats.org/officeDocument/2006/relationships/image" Target="../media/image10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0.png"/><Relationship Id="rId9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4.png"/><Relationship Id="rId9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" Type="http://schemas.openxmlformats.org/officeDocument/2006/relationships/image" Target="../media/image2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Una roca en el mar&#10;&#10;Descripción generada automáticamente con confianza media">
            <a:extLst>
              <a:ext uri="{FF2B5EF4-FFF2-40B4-BE49-F238E27FC236}">
                <a16:creationId xmlns:a16="http://schemas.microsoft.com/office/drawing/2014/main" id="{79992915-663E-7355-9894-62F63D669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8">
            <a:extLst>
              <a:ext uri="{FF2B5EF4-FFF2-40B4-BE49-F238E27FC236}">
                <a16:creationId xmlns:a16="http://schemas.microsoft.com/office/drawing/2014/main" id="{84F58083-513A-13C8-A8A5-0FA59FC85AE1}"/>
              </a:ext>
            </a:extLst>
          </p:cNvPr>
          <p:cNvSpPr/>
          <p:nvPr/>
        </p:nvSpPr>
        <p:spPr>
          <a:xfrm rot="10800000">
            <a:off x="-1" y="-1"/>
            <a:ext cx="12192001" cy="6858001"/>
          </a:xfrm>
          <a:prstGeom prst="rect">
            <a:avLst/>
          </a:prstGeom>
          <a:gradFill flip="none" rotWithShape="1">
            <a:gsLst>
              <a:gs pos="0">
                <a:srgbClr val="1D3E9B">
                  <a:shade val="30000"/>
                  <a:satMod val="115000"/>
                  <a:alpha val="46000"/>
                </a:srgbClr>
              </a:gs>
              <a:gs pos="100000">
                <a:schemeClr val="accent1">
                  <a:lumMod val="75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F74AF0A-D6F5-752D-5EA1-DB0C260048CE}"/>
              </a:ext>
            </a:extLst>
          </p:cNvPr>
          <p:cNvSpPr txBox="1"/>
          <p:nvPr/>
        </p:nvSpPr>
        <p:spPr>
          <a:xfrm>
            <a:off x="2650855" y="4798749"/>
            <a:ext cx="62335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 Medium" panose="02000604030000020004" pitchFamily="2" charset="0"/>
                <a:ea typeface="+mn-ea"/>
                <a:cs typeface="+mn-cs"/>
              </a:rPr>
              <a:t>Banco Interamericano de </a:t>
            </a:r>
            <a:r>
              <a:rPr kumimoji="0" lang="pt-BR" sz="2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 Medium" panose="02000604030000020004" pitchFamily="2" charset="0"/>
                <a:ea typeface="+mn-ea"/>
                <a:cs typeface="+mn-cs"/>
              </a:rPr>
              <a:t>Desarrollo</a:t>
            </a:r>
            <a:endParaRPr kumimoji="0" lang="pt-BR" sz="2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otham Medium" panose="0200060403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noProof="0" dirty="0">
                <a:solidFill>
                  <a:schemeClr val="bg1"/>
                </a:solidFill>
                <a:latin typeface="GOTHAM-BOOK" panose="02000504050000020004" pitchFamily="2" charset="0"/>
              </a:rPr>
              <a:t>Janeiro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-BOOK" panose="02000504050000020004" pitchFamily="2" charset="0"/>
                <a:ea typeface="+mn-ea"/>
                <a:cs typeface="+mn-cs"/>
              </a:rPr>
              <a:t>2026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4F3A286-A12C-755B-D215-6975190E5370}"/>
              </a:ext>
            </a:extLst>
          </p:cNvPr>
          <p:cNvCxnSpPr>
            <a:cxnSpLocks/>
          </p:cNvCxnSpPr>
          <p:nvPr/>
        </p:nvCxnSpPr>
        <p:spPr>
          <a:xfrm>
            <a:off x="2209865" y="4798749"/>
            <a:ext cx="0" cy="707886"/>
          </a:xfrm>
          <a:prstGeom prst="line">
            <a:avLst/>
          </a:prstGeom>
          <a:ln w="1587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F1F97CE-2895-99EA-98E8-A113BD0F2069}"/>
              </a:ext>
            </a:extLst>
          </p:cNvPr>
          <p:cNvSpPr txBox="1"/>
          <p:nvPr/>
        </p:nvSpPr>
        <p:spPr>
          <a:xfrm>
            <a:off x="700595" y="4860304"/>
            <a:ext cx="13338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1600" b="1" noProof="0" dirty="0">
                <a:solidFill>
                  <a:schemeClr val="bg1"/>
                </a:solidFill>
                <a:latin typeface="GOTHAM-BOOK" panose="02000504050000020004" pitchFamily="2" charset="0"/>
              </a:rPr>
              <a:t>Brasil</a:t>
            </a:r>
            <a:endParaRPr kumimoji="0" lang="pt-BR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OTHAM-BOOK" panose="0200050405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-BOOK" panose="02000504050000020004" pitchFamily="2" charset="0"/>
                <a:ea typeface="+mn-ea"/>
                <a:cs typeface="+mn-cs"/>
              </a:rPr>
              <a:t>IFD-FMM</a:t>
            </a:r>
            <a:endParaRPr kumimoji="0" lang="pt-BR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OTHAM-BOOK" panose="02000504050000020004" pitchFamily="2" charset="0"/>
              <a:ea typeface="+mn-ea"/>
              <a:cs typeface="+mn-cs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79C97D4-20F4-4F08-D59C-BBF187D566C3}"/>
              </a:ext>
            </a:extLst>
          </p:cNvPr>
          <p:cNvCxnSpPr>
            <a:cxnSpLocks/>
          </p:cNvCxnSpPr>
          <p:nvPr/>
        </p:nvCxnSpPr>
        <p:spPr>
          <a:xfrm>
            <a:off x="709479" y="3201566"/>
            <a:ext cx="4609850" cy="0"/>
          </a:xfrm>
          <a:prstGeom prst="line">
            <a:avLst/>
          </a:prstGeom>
          <a:ln w="190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0D16166A-2421-02B2-E653-4C514C803C36}"/>
              </a:ext>
            </a:extLst>
          </p:cNvPr>
          <p:cNvSpPr txBox="1"/>
          <p:nvPr/>
        </p:nvSpPr>
        <p:spPr>
          <a:xfrm>
            <a:off x="700595" y="2555234"/>
            <a:ext cx="972926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3600" b="1" spc="300" noProof="0" dirty="0">
                <a:solidFill>
                  <a:schemeClr val="bg1"/>
                </a:solidFill>
                <a:latin typeface="Gotham Black"/>
                <a:cs typeface="Gotham Book"/>
              </a:rPr>
              <a:t>Modelo RBC de economia aberta</a:t>
            </a:r>
            <a:endParaRPr lang="pt-BR" sz="3600" b="1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otham Black"/>
              <a:cs typeface="Gotham Book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07EC5EA8-F5E2-4B84-4D1E-6E1E97685D09}"/>
              </a:ext>
            </a:extLst>
          </p:cNvPr>
          <p:cNvSpPr txBox="1"/>
          <p:nvPr/>
        </p:nvSpPr>
        <p:spPr>
          <a:xfrm>
            <a:off x="709479" y="3278106"/>
            <a:ext cx="42181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1600" b="1" spc="300" noProof="0" dirty="0">
                <a:solidFill>
                  <a:schemeClr val="bg1"/>
                </a:solidFill>
                <a:latin typeface="Gotham Light" pitchFamily="50" charset="0"/>
              </a:rPr>
              <a:t>Assistência técnica</a:t>
            </a:r>
          </a:p>
        </p:txBody>
      </p:sp>
    </p:spTree>
    <p:extLst>
      <p:ext uri="{BB962C8B-B14F-4D97-AF65-F5344CB8AC3E}">
        <p14:creationId xmlns:p14="http://schemas.microsoft.com/office/powerpoint/2010/main" val="782208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4D2D1F-9B27-5C89-1355-5B3387B959A7}"/>
              </a:ext>
            </a:extLst>
          </p:cNvPr>
          <p:cNvSpPr/>
          <p:nvPr/>
        </p:nvSpPr>
        <p:spPr>
          <a:xfrm>
            <a:off x="616180" y="3584199"/>
            <a:ext cx="5819790" cy="284416"/>
          </a:xfrm>
          <a:custGeom>
            <a:avLst/>
            <a:gdLst>
              <a:gd name="csX0" fmla="*/ 0 w 5819790"/>
              <a:gd name="csY0" fmla="*/ 0 h 284416"/>
              <a:gd name="csX1" fmla="*/ 5819790 w 5819790"/>
              <a:gd name="csY1" fmla="*/ 0 h 284416"/>
              <a:gd name="csX2" fmla="*/ 5819790 w 5819790"/>
              <a:gd name="csY2" fmla="*/ 284416 h 284416"/>
              <a:gd name="csX3" fmla="*/ 0 w 5819790"/>
              <a:gd name="csY3" fmla="*/ 284416 h 284416"/>
              <a:gd name="csX4" fmla="*/ 0 w 5819790"/>
              <a:gd name="csY4" fmla="*/ 0 h 284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19790" h="284416" fill="none" extrusionOk="0">
                <a:moveTo>
                  <a:pt x="0" y="0"/>
                </a:moveTo>
                <a:cubicBezTo>
                  <a:pt x="1232431" y="-109183"/>
                  <a:pt x="4440344" y="-163229"/>
                  <a:pt x="5819790" y="0"/>
                </a:cubicBezTo>
                <a:cubicBezTo>
                  <a:pt x="5843725" y="72582"/>
                  <a:pt x="5831581" y="207059"/>
                  <a:pt x="5819790" y="284416"/>
                </a:cubicBezTo>
                <a:cubicBezTo>
                  <a:pt x="3236051" y="226808"/>
                  <a:pt x="2267995" y="409307"/>
                  <a:pt x="0" y="284416"/>
                </a:cubicBezTo>
                <a:cubicBezTo>
                  <a:pt x="25075" y="206248"/>
                  <a:pt x="-7672" y="77388"/>
                  <a:pt x="0" y="0"/>
                </a:cubicBezTo>
                <a:close/>
              </a:path>
              <a:path w="5819790" h="284416" stroke="0" extrusionOk="0">
                <a:moveTo>
                  <a:pt x="0" y="0"/>
                </a:moveTo>
                <a:cubicBezTo>
                  <a:pt x="2692537" y="-112441"/>
                  <a:pt x="3397393" y="65671"/>
                  <a:pt x="5819790" y="0"/>
                </a:cubicBezTo>
                <a:cubicBezTo>
                  <a:pt x="5799416" y="74964"/>
                  <a:pt x="5810349" y="154691"/>
                  <a:pt x="5819790" y="284416"/>
                </a:cubicBezTo>
                <a:cubicBezTo>
                  <a:pt x="3887299" y="312148"/>
                  <a:pt x="2878477" y="123481"/>
                  <a:pt x="0" y="284416"/>
                </a:cubicBezTo>
                <a:cubicBezTo>
                  <a:pt x="754" y="205051"/>
                  <a:pt x="-15455" y="55778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182535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2" name="Imagen 89">
            <a:extLst>
              <a:ext uri="{FF2B5EF4-FFF2-40B4-BE49-F238E27FC236}">
                <a16:creationId xmlns:a16="http://schemas.microsoft.com/office/drawing/2014/main" id="{6E9B8791-2F98-F2A8-671E-D28C5BE99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grpSp>
        <p:nvGrpSpPr>
          <p:cNvPr id="3" name="Grupo 83">
            <a:extLst>
              <a:ext uri="{FF2B5EF4-FFF2-40B4-BE49-F238E27FC236}">
                <a16:creationId xmlns:a16="http://schemas.microsoft.com/office/drawing/2014/main" id="{37424022-95A0-A850-8C0B-25C91CD32064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9" name="Rectángulo redondeado 1">
              <a:extLst>
                <a:ext uri="{FF2B5EF4-FFF2-40B4-BE49-F238E27FC236}">
                  <a16:creationId xmlns:a16="http://schemas.microsoft.com/office/drawing/2014/main" id="{C928ECD1-CD21-A264-12D1-CBD432AD09C2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CuadroTexto 85">
              <a:extLst>
                <a:ext uri="{FF2B5EF4-FFF2-40B4-BE49-F238E27FC236}">
                  <a16:creationId xmlns:a16="http://schemas.microsoft.com/office/drawing/2014/main" id="{A782674D-27E0-234F-0F8B-597649689C44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ECC09EA7-3DA2-B74C-63BD-14B2E0B1F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2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4D5A97A-E723-698E-2B4F-6F4059A52572}"/>
              </a:ext>
            </a:extLst>
          </p:cNvPr>
          <p:cNvSpPr txBox="1"/>
          <p:nvPr/>
        </p:nvSpPr>
        <p:spPr>
          <a:xfrm>
            <a:off x="616180" y="2828835"/>
            <a:ext cx="7554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3600" b="1" noProof="0" dirty="0">
                <a:solidFill>
                  <a:schemeClr val="accent1">
                    <a:lumMod val="75000"/>
                  </a:schemeClr>
                </a:solidFill>
                <a:latin typeface="Aptos Black" panose="020B0004020202020204" pitchFamily="34" charset="0"/>
                <a:ea typeface="+mj-ea"/>
                <a:cs typeface="Gotham Black" panose="020B0604020202020204" charset="0"/>
              </a:rPr>
              <a:t>Modelo RBC de economia aberta</a:t>
            </a:r>
          </a:p>
          <a:p>
            <a:pPr lvl="0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pt-BR" sz="3600" b="1" noProof="0" dirty="0">
              <a:solidFill>
                <a:schemeClr val="accent1">
                  <a:lumMod val="75000"/>
                </a:schemeClr>
              </a:solidFill>
              <a:latin typeface="Aptos Black" panose="020B0004020202020204" pitchFamily="34" charset="0"/>
              <a:ea typeface="+mj-ea"/>
              <a:cs typeface="Gotham Black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2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263ACBF6-1521-1948-B65D-063D126F9B4D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6DD32B08-5E7D-A192-C1F5-EB40CC3827C6}"/>
              </a:ext>
            </a:extLst>
          </p:cNvPr>
          <p:cNvSpPr txBox="1">
            <a:spLocks/>
          </p:cNvSpPr>
          <p:nvPr/>
        </p:nvSpPr>
        <p:spPr>
          <a:xfrm>
            <a:off x="905913" y="2017834"/>
            <a:ext cx="10447887" cy="3922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>
              <a:spcBef>
                <a:spcPts val="0"/>
              </a:spcBef>
              <a:spcAft>
                <a:spcPts val="1200"/>
              </a:spcAft>
              <a:buClr>
                <a:srgbClr val="2F5597"/>
              </a:buClr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/>
              </a:rPr>
              <a:t>O modelo estende o arcabouço de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Gotham Book"/>
              </a:rPr>
              <a:t>Schmitt-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  <a:latin typeface="Gotham Book"/>
              </a:rPr>
              <a:t>Grohé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Gotham Book"/>
              </a:rPr>
              <a:t> e Uribe (2003)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/>
              </a:rPr>
              <a:t>, assumindo uma pequena economia aberta com acesso pleno ao mercado de capitais global.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rgbClr val="2F5597"/>
              </a:buClr>
            </a:pP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  <a:latin typeface="Gotham Book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rgbClr val="2F5597"/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/>
              </a:rPr>
              <a:t>Nessa condição, a economia é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Gotham Book"/>
              </a:rPr>
              <a:t>tomadora de preços 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/>
              </a:rPr>
              <a:t>no cenário internacional.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rgbClr val="2F5597"/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rgbClr val="2F5597"/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/>
              </a:rPr>
              <a:t>A abertura financeira introduz a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  <a:latin typeface="Gotham Book"/>
              </a:rPr>
              <a:t>conta-corrente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/>
              </a:rPr>
              <a:t> como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Gotham Book"/>
              </a:rPr>
              <a:t>instrumento de suavização do consumo frente a choques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rgbClr val="2F5597"/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rgbClr val="2F5597"/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/>
              </a:rPr>
              <a:t>Tanto o setor público quanto as famílias acessam o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Gotham Book"/>
              </a:rPr>
              <a:t>mercado externo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rgbClr val="2F5597"/>
              </a:buClr>
            </a:pP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  <a:latin typeface="Gotham Book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rgbClr val="2F5597"/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/>
              </a:rPr>
              <a:t>Este modelo possibilita analisar o impacto de choques de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Gotham Book"/>
              </a:rPr>
              <a:t>taxas de juro internacionais 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/>
              </a:rPr>
              <a:t>sobre a trajetória da dívida pública e o equilíbrio macroeconômico.</a:t>
            </a:r>
          </a:p>
          <a:p>
            <a:pPr marL="114300" indent="0"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/>
            </a:endParaRP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62A2CE0-6F98-37BF-DC1A-826456491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3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764C6B4-C4C8-CB64-A260-81FADC22FE2B}"/>
              </a:ext>
            </a:extLst>
          </p:cNvPr>
          <p:cNvSpPr txBox="1">
            <a:spLocks/>
          </p:cNvSpPr>
          <p:nvPr/>
        </p:nvSpPr>
        <p:spPr>
          <a:xfrm>
            <a:off x="990600" y="7047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Modelo RBC de economia aberta</a:t>
            </a:r>
          </a:p>
        </p:txBody>
      </p:sp>
    </p:spTree>
    <p:extLst>
      <p:ext uri="{BB962C8B-B14F-4D97-AF65-F5344CB8AC3E}">
        <p14:creationId xmlns:p14="http://schemas.microsoft.com/office/powerpoint/2010/main" val="4160355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19390-F770-3E3B-3697-3A1576AC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02FD15-5C16-89F5-AAD5-E22593C503C3}"/>
              </a:ext>
            </a:extLst>
          </p:cNvPr>
          <p:cNvSpPr/>
          <p:nvPr/>
        </p:nvSpPr>
        <p:spPr>
          <a:xfrm>
            <a:off x="616180" y="3584199"/>
            <a:ext cx="5819790" cy="284416"/>
          </a:xfrm>
          <a:custGeom>
            <a:avLst/>
            <a:gdLst>
              <a:gd name="csX0" fmla="*/ 0 w 5819790"/>
              <a:gd name="csY0" fmla="*/ 0 h 284416"/>
              <a:gd name="csX1" fmla="*/ 5819790 w 5819790"/>
              <a:gd name="csY1" fmla="*/ 0 h 284416"/>
              <a:gd name="csX2" fmla="*/ 5819790 w 5819790"/>
              <a:gd name="csY2" fmla="*/ 284416 h 284416"/>
              <a:gd name="csX3" fmla="*/ 0 w 5819790"/>
              <a:gd name="csY3" fmla="*/ 284416 h 284416"/>
              <a:gd name="csX4" fmla="*/ 0 w 5819790"/>
              <a:gd name="csY4" fmla="*/ 0 h 284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19790" h="284416" fill="none" extrusionOk="0">
                <a:moveTo>
                  <a:pt x="0" y="0"/>
                </a:moveTo>
                <a:cubicBezTo>
                  <a:pt x="1232431" y="-109183"/>
                  <a:pt x="4440344" y="-163229"/>
                  <a:pt x="5819790" y="0"/>
                </a:cubicBezTo>
                <a:cubicBezTo>
                  <a:pt x="5843725" y="72582"/>
                  <a:pt x="5831581" y="207059"/>
                  <a:pt x="5819790" y="284416"/>
                </a:cubicBezTo>
                <a:cubicBezTo>
                  <a:pt x="3236051" y="226808"/>
                  <a:pt x="2267995" y="409307"/>
                  <a:pt x="0" y="284416"/>
                </a:cubicBezTo>
                <a:cubicBezTo>
                  <a:pt x="25075" y="206248"/>
                  <a:pt x="-7672" y="77388"/>
                  <a:pt x="0" y="0"/>
                </a:cubicBezTo>
                <a:close/>
              </a:path>
              <a:path w="5819790" h="284416" stroke="0" extrusionOk="0">
                <a:moveTo>
                  <a:pt x="0" y="0"/>
                </a:moveTo>
                <a:cubicBezTo>
                  <a:pt x="2692537" y="-112441"/>
                  <a:pt x="3397393" y="65671"/>
                  <a:pt x="5819790" y="0"/>
                </a:cubicBezTo>
                <a:cubicBezTo>
                  <a:pt x="5799416" y="74964"/>
                  <a:pt x="5810349" y="154691"/>
                  <a:pt x="5819790" y="284416"/>
                </a:cubicBezTo>
                <a:cubicBezTo>
                  <a:pt x="3887299" y="312148"/>
                  <a:pt x="2878477" y="123481"/>
                  <a:pt x="0" y="284416"/>
                </a:cubicBezTo>
                <a:cubicBezTo>
                  <a:pt x="754" y="205051"/>
                  <a:pt x="-15455" y="55778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182535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2" name="Imagen 89">
            <a:extLst>
              <a:ext uri="{FF2B5EF4-FFF2-40B4-BE49-F238E27FC236}">
                <a16:creationId xmlns:a16="http://schemas.microsoft.com/office/drawing/2014/main" id="{C7BE9060-0B4B-85EA-A481-E95F1C0F3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grpSp>
        <p:nvGrpSpPr>
          <p:cNvPr id="3" name="Grupo 83">
            <a:extLst>
              <a:ext uri="{FF2B5EF4-FFF2-40B4-BE49-F238E27FC236}">
                <a16:creationId xmlns:a16="http://schemas.microsoft.com/office/drawing/2014/main" id="{48E1D143-DF0D-78D2-6DA9-92C0F98FD51E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9" name="Rectángulo redondeado 1">
              <a:extLst>
                <a:ext uri="{FF2B5EF4-FFF2-40B4-BE49-F238E27FC236}">
                  <a16:creationId xmlns:a16="http://schemas.microsoft.com/office/drawing/2014/main" id="{E569B432-2CCE-20B9-6744-F2364116B6C7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CuadroTexto 85">
              <a:extLst>
                <a:ext uri="{FF2B5EF4-FFF2-40B4-BE49-F238E27FC236}">
                  <a16:creationId xmlns:a16="http://schemas.microsoft.com/office/drawing/2014/main" id="{158B7313-367E-5BDD-81DB-5C4B9999730A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ED377DC0-F444-11BE-BF8D-BDEECBD72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4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CFAA089-E8CD-0018-810B-99512D8E6333}"/>
              </a:ext>
            </a:extLst>
          </p:cNvPr>
          <p:cNvSpPr txBox="1"/>
          <p:nvPr/>
        </p:nvSpPr>
        <p:spPr>
          <a:xfrm>
            <a:off x="278296" y="2870332"/>
            <a:ext cx="2549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3600" b="1" noProof="0" dirty="0">
                <a:solidFill>
                  <a:schemeClr val="accent1">
                    <a:lumMod val="75000"/>
                  </a:schemeClr>
                </a:solidFill>
                <a:latin typeface="Aptos Black" panose="020B0004020202020204" pitchFamily="34" charset="0"/>
                <a:ea typeface="+mj-ea"/>
                <a:cs typeface="Gotham Black" panose="020B0604020202020204" charset="0"/>
              </a:rPr>
              <a:t>Famílias</a:t>
            </a:r>
          </a:p>
        </p:txBody>
      </p:sp>
    </p:spTree>
    <p:extLst>
      <p:ext uri="{BB962C8B-B14F-4D97-AF65-F5344CB8AC3E}">
        <p14:creationId xmlns:p14="http://schemas.microsoft.com/office/powerpoint/2010/main" val="426694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6DD32B08-5E7D-A192-C1F5-EB40CC3827C6}"/>
              </a:ext>
            </a:extLst>
          </p:cNvPr>
          <p:cNvSpPr txBox="1">
            <a:spLocks/>
          </p:cNvSpPr>
          <p:nvPr/>
        </p:nvSpPr>
        <p:spPr>
          <a:xfrm>
            <a:off x="966214" y="1398494"/>
            <a:ext cx="10275016" cy="782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O comportamento das famílias é determinado pela maximização da utilidade intertemporal: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EDBBDD23-94DD-0E09-9350-C558280D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5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37280BE-2086-7FDE-63A8-361B39817353}"/>
              </a:ext>
            </a:extLst>
          </p:cNvPr>
          <p:cNvSpPr txBox="1">
            <a:spLocks/>
          </p:cNvSpPr>
          <p:nvPr/>
        </p:nvSpPr>
        <p:spPr>
          <a:xfrm>
            <a:off x="966214" y="3635300"/>
            <a:ext cx="10275016" cy="277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 restrição orçamentária das famílias é: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O capital evolui de acordo com: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ABC94753-63B2-9E49-0F03-C524332059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7107202"/>
                  </p:ext>
                </p:extLst>
              </p:nvPr>
            </p:nvGraphicFramePr>
            <p:xfrm>
              <a:off x="0" y="4279202"/>
              <a:ext cx="11754218" cy="5534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1203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63374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9267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bSup>
                                      <m:sSubSupPr>
                                        <m:ctrlPr>
                                          <a:rPr lang="pt-BR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p>
                                    </m:sSubSup>
                                  </m:e>
                                </m:d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es-CO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s-CO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s-CO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Sup>
                                      <m:sSubSupPr>
                                        <m:ctrlPr>
                                          <a:rPr lang="pt-BR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p>
                                    </m:sSubSup>
                                  </m:e>
                                </m:d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Sup>
                                      <m:sSubSupPr>
                                        <m:ctrlPr>
                                          <a:rPr lang="pt-BR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d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s-CO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s-CO" b="0" i="1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s-CO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b="0" i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(1)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ABC94753-63B2-9E49-0F03-C524332059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7107202"/>
                  </p:ext>
                </p:extLst>
              </p:nvPr>
            </p:nvGraphicFramePr>
            <p:xfrm>
              <a:off x="0" y="4279202"/>
              <a:ext cx="11754218" cy="5534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1203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63374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9267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53466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921" t="-1087" r="-7904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(1)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57E6BD87-AFA6-8325-8E44-C10EEA9B7B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6658106"/>
                  </p:ext>
                </p:extLst>
              </p:nvPr>
            </p:nvGraphicFramePr>
            <p:xfrm>
              <a:off x="2239078" y="5487110"/>
              <a:ext cx="9515140" cy="7597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3825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8608112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663203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pt-BR" b="0" i="1" noProof="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b="0" i="1" noProof="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num>
                                  <m:den>
                                    <m:r>
                                      <a:rPr lang="pt-BR" b="0" i="1" noProof="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pt-BR" b="0" i="1" noProof="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b="0" i="1" noProof="0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b="0" i="1" noProof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r>
                                          <a:rPr lang="pt-BR" b="0" i="1" noProof="0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pt-BR" b="0" i="1" noProof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(2)</a:t>
                          </a:r>
                          <a:endParaRPr lang="pt-BR" sz="18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57E6BD87-AFA6-8325-8E44-C10EEA9B7B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6658106"/>
                  </p:ext>
                </p:extLst>
              </p:nvPr>
            </p:nvGraphicFramePr>
            <p:xfrm>
              <a:off x="2239078" y="5487110"/>
              <a:ext cx="9515140" cy="7597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3825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8608112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663203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759714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902" t="-800" r="-7997" b="-32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(2)</a:t>
                          </a:r>
                          <a:endParaRPr lang="pt-BR" sz="18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Abrir llave 8">
            <a:extLst>
              <a:ext uri="{FF2B5EF4-FFF2-40B4-BE49-F238E27FC236}">
                <a16:creationId xmlns:a16="http://schemas.microsoft.com/office/drawing/2014/main" id="{308378AF-2127-8297-4408-04D83F84F8D4}"/>
              </a:ext>
            </a:extLst>
          </p:cNvPr>
          <p:cNvSpPr/>
          <p:nvPr/>
        </p:nvSpPr>
        <p:spPr>
          <a:xfrm rot="16200000">
            <a:off x="7763592" y="5374314"/>
            <a:ext cx="173065" cy="16265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EADD7AC-DCC4-180E-B6F4-24ABF1A8DD24}"/>
              </a:ext>
            </a:extLst>
          </p:cNvPr>
          <p:cNvSpPr txBox="1"/>
          <p:nvPr/>
        </p:nvSpPr>
        <p:spPr>
          <a:xfrm>
            <a:off x="6526846" y="6253416"/>
            <a:ext cx="2646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lang="pt-BR" sz="1600" noProof="0" dirty="0">
                <a:solidFill>
                  <a:schemeClr val="accent1">
                    <a:lumMod val="75000"/>
                  </a:schemeClr>
                </a:solidFill>
              </a:rPr>
              <a:t>ustos de ajuste de capital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D23C209-5C04-ABB0-743A-2C1336FB3F5D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E7567B0-AA09-41E5-E972-03C6A8FE5E47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Famílias</a:t>
            </a:r>
            <a:endParaRPr lang="pt-BR" sz="2800" i="1" noProof="0" dirty="0">
              <a:latin typeface="Gotham Light" pitchFamily="50" charset="0"/>
            </a:endParaRPr>
          </a:p>
        </p:txBody>
      </p:sp>
      <p:pic>
        <p:nvPicPr>
          <p:cNvPr id="19" name="Gráfico 18" descr="Escena suburbana contorno">
            <a:extLst>
              <a:ext uri="{FF2B5EF4-FFF2-40B4-BE49-F238E27FC236}">
                <a16:creationId xmlns:a16="http://schemas.microsoft.com/office/drawing/2014/main" id="{007F3C67-A9D8-AAE8-6CFE-A497263A44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45748" y="610094"/>
            <a:ext cx="788400" cy="788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Tabla 19">
                <a:extLst>
                  <a:ext uri="{FF2B5EF4-FFF2-40B4-BE49-F238E27FC236}">
                    <a16:creationId xmlns:a16="http://schemas.microsoft.com/office/drawing/2014/main" id="{03371054-9BC5-06BF-EC72-C856CA4D0F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0428339"/>
                  </p:ext>
                </p:extLst>
              </p:nvPr>
            </p:nvGraphicFramePr>
            <p:xfrm>
              <a:off x="1120838" y="2207343"/>
              <a:ext cx="9950324" cy="14142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56287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683170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1862333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sz="1600" b="0" i="0" u="none" strike="noStrike" kern="1200" cap="none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Gotham Book" panose="02000604030000020004" pitchFamily="2" charset="0"/>
                            <a:cs typeface="Calibri"/>
                            <a:sym typeface="Calibri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max</m:t>
                                    </m:r>
                                  </m:e>
                                  <m:lim>
                                    <m:sSubSup>
                                      <m:sSubSup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,   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pt-BR" sz="1800" b="0" i="1" kern="1200" noProof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+mn-cs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1800" b="0" i="1" kern="1200" noProof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+mn-cs"/>
                                                      </a:rPr>
                                                      <m:t>𝑛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1800" b="0" i="1" kern="1200" noProof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+mn-cs"/>
                                                      </a:rPr>
                                                      <m:t>𝑡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,   </m:t>
                                                </m:r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, 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s-CO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s-CO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𝑔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es-CO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,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s-CO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s-CO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CO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s-CO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h</m:t>
                                                </m:r>
                                                <m:r>
                                                  <a:rPr lang="es-CO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∗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 </m:t>
                                            </m:r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=0</m:t>
                                        </m:r>
                                      </m:sub>
                                      <m:sup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∞</m:t>
                                        </m:r>
                                      </m:sup>
                                    </m:sSubSup>
                                  </m:lim>
                                </m:limLow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es-CO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  <m:nary>
                                  <m:naryPr>
                                    <m:chr m:val="∑"/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∞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𝛽</m:t>
                                        </m:r>
                                      </m:e>
                                      <m:sup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s-CO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es-CO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s-CO" sz="1800" b="0" i="1" kern="1200" noProof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+mn-cs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pt-BR" sz="1800" b="0" i="1" kern="1200" noProof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+mn-cs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pt-BR" sz="1800" b="0" i="1" kern="1200" noProof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+mn-cs"/>
                                                          </a:rPr>
                                                          <m:t>𝑐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pt-BR" sz="1800" b="0" i="1" kern="1200" noProof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+mn-cs"/>
                                                          </a:rPr>
                                                          <m:t>𝑡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pt-BR" sz="1800" b="0" i="1" kern="1200" noProof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+mn-cs"/>
                                                      </a:rPr>
                                                      <m:t>+</m:t>
                                                    </m:r>
                                                    <m:r>
                                                      <a:rPr lang="pt-BR" sz="1800" b="0" i="1" kern="1200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+mn-cs"/>
                                                      </a:rPr>
                                                      <m:t>𝜓</m:t>
                                                    </m:r>
                                                    <m:sSubSup>
                                                      <m:sSubSupPr>
                                                        <m:ctrlPr>
                                                          <a:rPr lang="pt-BR" sz="1800" b="0" i="1" noProof="0" smtClean="0">
                                                            <a:solidFill>
                                                              <a:srgbClr val="FF0000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pt-BR" sz="1800" b="0" i="1" noProof="0" smtClean="0">
                                                            <a:solidFill>
                                                              <a:srgbClr val="FF0000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𝑐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pt-BR" sz="1800" b="0" i="1" noProof="0" smtClean="0">
                                                            <a:solidFill>
                                                              <a:srgbClr val="FF0000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𝑡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pt-BR" sz="1800" b="0" i="1" noProof="0" smtClean="0">
                                                            <a:solidFill>
                                                              <a:srgbClr val="FF0000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𝑔</m:t>
                                                        </m:r>
                                                      </m:sup>
                                                    </m:sSubSup>
                                                    <m:r>
                                                      <a:rPr lang="es-CO" sz="1800" b="0" i="1" noProof="0" smtClean="0">
                                                        <a:solidFill>
                                                          <a:schemeClr val="accent1">
                                                            <a:lumMod val="7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−</m:t>
                                                    </m:r>
                                                    <m:r>
                                                      <a:rPr lang="es-CO" sz="1800" b="0" i="1" noProof="0" smtClean="0">
                                                        <a:solidFill>
                                                          <a:schemeClr val="accent1">
                                                            <a:lumMod val="7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𝜔</m:t>
                                                    </m:r>
                                                    <m:f>
                                                      <m:fPr>
                                                        <m:ctrlPr>
                                                          <a:rPr lang="es-CO" sz="18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fPr>
                                                      <m:num>
                                                        <m:sSubSup>
                                                          <m:sSubSupPr>
                                                            <m:ctrlPr>
                                                              <a:rPr lang="es-CO" sz="1800" b="0" i="1" noProof="0" smtClean="0">
                                                                <a:solidFill>
                                                                  <a:schemeClr val="accent1">
                                                                    <a:lumMod val="75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SupPr>
                                                          <m:e>
                                                            <m:r>
                                                              <a:rPr lang="es-CO" sz="1800" b="0" i="1" noProof="0" smtClean="0">
                                                                <a:solidFill>
                                                                  <a:schemeClr val="accent1">
                                                                    <a:lumMod val="75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𝑛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s-CO" sz="1800" b="0" i="1" noProof="0" smtClean="0">
                                                                <a:solidFill>
                                                                  <a:schemeClr val="accent1">
                                                                    <a:lumMod val="75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𝑡</m:t>
                                                            </m:r>
                                                          </m:sub>
                                                          <m:sup>
                                                            <m:r>
                                                              <a:rPr lang="es-CO" sz="1800" b="0" i="1" noProof="0" smtClean="0">
                                                                <a:solidFill>
                                                                  <a:schemeClr val="accent1">
                                                                    <a:lumMod val="75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1+</m:t>
                                                            </m:r>
                                                            <m:r>
                                                              <a:rPr lang="es-CO" sz="1800" b="0" i="1" noProof="0" smtClean="0">
                                                                <a:solidFill>
                                                                  <a:schemeClr val="accent1">
                                                                    <a:lumMod val="75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𝜑</m:t>
                                                            </m:r>
                                                          </m:sup>
                                                        </m:sSubSup>
                                                      </m:num>
                                                      <m:den>
                                                        <m:r>
                                                          <a:rPr lang="es-CO" sz="18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1+</m:t>
                                                        </m:r>
                                                        <m:r>
                                                          <a:rPr lang="es-CO" sz="18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𝜑</m:t>
                                                        </m:r>
                                                      </m:den>
                                                    </m:f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lang="es-CO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1−</m:t>
                                                </m:r>
                                                <m:r>
                                                  <a:rPr lang="es-CO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𝜎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s-CO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−1</m:t>
                                            </m:r>
                                          </m:num>
                                          <m:den>
                                            <m:r>
                                              <a:rPr lang="es-CO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1−</m:t>
                                            </m:r>
                                            <m:r>
                                              <a:rPr lang="es-CO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𝜎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pt-BR" sz="1800" b="0" i="1" kern="1200" noProof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800" b="0" i="1" kern="1200" noProof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" name="Tabla 19">
                <a:extLst>
                  <a:ext uri="{FF2B5EF4-FFF2-40B4-BE49-F238E27FC236}">
                    <a16:creationId xmlns:a16="http://schemas.microsoft.com/office/drawing/2014/main" id="{03371054-9BC5-06BF-EC72-C856CA4D0F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0428339"/>
                  </p:ext>
                </p:extLst>
              </p:nvPr>
            </p:nvGraphicFramePr>
            <p:xfrm>
              <a:off x="1120838" y="2207343"/>
              <a:ext cx="9950324" cy="14142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56287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683170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1862333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1414272">
                    <a:tc>
                      <a:txBody>
                        <a:bodyPr/>
                        <a:lstStyle/>
                        <a:p>
                          <a:endParaRPr lang="pt-BR" sz="1600" b="0" i="0" u="none" strike="noStrike" kern="1200" cap="none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Gotham Book" panose="02000604030000020004" pitchFamily="2" charset="0"/>
                            <a:cs typeface="Calibri"/>
                            <a:sym typeface="Calibri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8"/>
                          <a:stretch>
                            <a:fillRect l="-18449" t="-429" r="-27629" b="-17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800" b="0" i="1" kern="1200" noProof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5187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6DD32B08-5E7D-A192-C1F5-EB40CC3827C6}"/>
              </a:ext>
            </a:extLst>
          </p:cNvPr>
          <p:cNvSpPr txBox="1">
            <a:spLocks/>
          </p:cNvSpPr>
          <p:nvPr/>
        </p:nvSpPr>
        <p:spPr>
          <a:xfrm>
            <a:off x="966214" y="1414823"/>
            <a:ext cx="10275016" cy="495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As famílias resolvem o seguinte problema de otimização restrita: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As Condições de Primeira Ordem (CPO) associadas a este problema de otimização são: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Consumo: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6194BB73-CF78-0AE4-160C-BC431135D9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2602270"/>
                  </p:ext>
                </p:extLst>
              </p:nvPr>
            </p:nvGraphicFramePr>
            <p:xfrm>
              <a:off x="111512" y="2317427"/>
              <a:ext cx="11977180" cy="20946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290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77946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34807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2094650">
                    <a:tc>
                      <a:txBody>
                        <a:bodyPr/>
                        <a:lstStyle/>
                        <a:p>
                          <a:endParaRPr lang="pt-BR" sz="16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6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ℒ</m:t>
                                </m:r>
                                <m:d>
                                  <m:dPr>
                                    <m:ctrlPr>
                                      <a:rPr lang="pt-BR" sz="16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pt-BR" sz="16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pt-BR" sz="16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  <m: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pt-BR" sz="16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, </m:t>
                                    </m:r>
                                    <m:sSubSup>
                                      <m:sSubSupPr>
                                        <m:ctrlPr>
                                          <a:rPr lang="es-CO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es-CO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  <m:r>
                                      <a:rPr lang="pt-BR" sz="16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lang="es-CO" sz="16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s-CO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s-CO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s-CO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es-CO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h</m:t>
                                        </m:r>
                                        <m:r>
                                          <a:rPr lang="es-CO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  <m:r>
                                      <a:rPr lang="pt-BR" sz="16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pt-BR" sz="16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6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6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es-CO" sz="16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  <m:nary>
                                  <m:naryPr>
                                    <m:chr m:val="∑"/>
                                    <m:ctrlPr>
                                      <a:rPr lang="pt-BR" sz="16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pt-BR" sz="16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  <m:r>
                                      <a:rPr lang="pt-BR" sz="16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pt-BR" sz="16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∞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𝛽</m:t>
                                        </m:r>
                                      </m:e>
                                      <m:sup>
                                        <m:r>
                                          <a:rPr lang="pt-BR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s-CO" sz="16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pt-BR" sz="1600" b="0" i="1" kern="1200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eqArrPr>
                                          <m:e>
                                            <m:f>
                                              <m:fPr>
                                                <m:ctrlPr>
                                                  <a:rPr lang="pt-BR" sz="1600" b="0" i="1" kern="1200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p>
                                                  <m:sSupPr>
                                                    <m:ctrlPr>
                                                      <a:rPr lang="pt-BR" sz="1600" b="0" i="1" kern="1200" noProof="0" smtClean="0">
                                                        <a:solidFill>
                                                          <a:schemeClr val="tx1">
                                                            <a:lumMod val="75000"/>
                                                            <a:lumOff val="2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+mn-cs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d>
                                                      <m:dPr>
                                                        <m:ctrlPr>
                                                          <a:rPr lang="pt-BR" sz="1600" b="0" i="1" kern="1200" noProof="0" smtClean="0">
                                                            <a:solidFill>
                                                              <a:schemeClr val="tx1">
                                                                <a:lumMod val="75000"/>
                                                                <a:lumOff val="2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+mn-cs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pt-BR" sz="1600" b="0" i="1" kern="1200" noProof="0" smtClean="0">
                                                                <a:solidFill>
                                                                  <a:schemeClr val="tx1">
                                                                    <a:lumMod val="75000"/>
                                                                    <a:lumOff val="25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  <a:cs typeface="+mn-cs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pt-BR" sz="1600" b="0" i="1" kern="1200" noProof="0" smtClean="0">
                                                                <a:solidFill>
                                                                  <a:schemeClr val="tx1">
                                                                    <a:lumMod val="75000"/>
                                                                    <a:lumOff val="25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  <a:cs typeface="+mn-cs"/>
                                                              </a:rPr>
                                                              <m:t>𝑐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pt-BR" sz="1600" b="0" i="1" kern="1200" noProof="0" smtClean="0">
                                                                <a:solidFill>
                                                                  <a:schemeClr val="tx1">
                                                                    <a:lumMod val="75000"/>
                                                                    <a:lumOff val="25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  <a:cs typeface="+mn-cs"/>
                                                              </a:rPr>
                                                              <m:t>𝑡</m:t>
                                                            </m:r>
                                                          </m:sub>
                                                        </m:sSub>
                                                        <m:r>
                                                          <a:rPr lang="pt-BR" sz="1600" b="0" i="1" kern="1200" noProof="0" smtClean="0">
                                                            <a:solidFill>
                                                              <a:schemeClr val="tx1">
                                                                <a:lumMod val="75000"/>
                                                                <a:lumOff val="2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+mn-cs"/>
                                                          </a:rPr>
                                                          <m:t>+</m:t>
                                                        </m:r>
                                                        <m:r>
                                                          <a:rPr lang="es-CO" sz="1600" b="0" i="1" kern="1200" noProof="0" smtClean="0">
                                                            <a:solidFill>
                                                              <a:srgbClr val="FF0000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+mn-cs"/>
                                                          </a:rPr>
                                                          <m:t>𝜓</m:t>
                                                        </m:r>
                                                        <m:sSubSup>
                                                          <m:sSubSupPr>
                                                            <m:ctrlPr>
                                                              <a:rPr lang="pt-BR" sz="1600" b="0" i="1" kern="1200" noProof="0" smtClean="0">
                                                                <a:solidFill>
                                                                  <a:srgbClr val="FF0000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  <a:cs typeface="+mn-cs"/>
                                                              </a:rPr>
                                                            </m:ctrlPr>
                                                          </m:sSubSupPr>
                                                          <m:e>
                                                            <m:r>
                                                              <a:rPr lang="pt-BR" sz="1600" b="0" i="1" kern="1200" noProof="0" smtClean="0">
                                                                <a:solidFill>
                                                                  <a:srgbClr val="FF0000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  <a:cs typeface="+mn-cs"/>
                                                              </a:rPr>
                                                              <m:t>𝑐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pt-BR" sz="1600" b="0" i="1" kern="1200" noProof="0" smtClean="0">
                                                                <a:solidFill>
                                                                  <a:srgbClr val="FF0000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  <a:cs typeface="+mn-cs"/>
                                                              </a:rPr>
                                                              <m:t>𝑡</m:t>
                                                            </m:r>
                                                          </m:sub>
                                                          <m:sup>
                                                            <m:r>
                                                              <a:rPr lang="pt-BR" sz="1600" b="0" i="1" kern="1200" noProof="0" smtClean="0">
                                                                <a:solidFill>
                                                                  <a:srgbClr val="FF0000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  <a:cs typeface="+mn-cs"/>
                                                              </a:rPr>
                                                              <m:t>𝑔</m:t>
                                                            </m:r>
                                                          </m:sup>
                                                        </m:sSubSup>
                                                        <m:r>
                                                          <a:rPr lang="pt-BR" sz="1600" b="0" i="1" kern="1200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+mn-cs"/>
                                                          </a:rPr>
                                                          <m:t>−</m:t>
                                                        </m:r>
                                                        <m:r>
                                                          <a:rPr lang="pt-BR" sz="1600" b="0" i="1" kern="1200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+mn-cs"/>
                                                          </a:rPr>
                                                          <m:t>𝜔</m:t>
                                                        </m:r>
                                                        <m:f>
                                                          <m:fPr>
                                                            <m:ctrlPr>
                                                              <a:rPr lang="pt-BR" sz="1600" b="0" i="1" kern="1200" noProof="0" smtClean="0">
                                                                <a:solidFill>
                                                                  <a:schemeClr val="accent1">
                                                                    <a:lumMod val="75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  <a:cs typeface="+mn-cs"/>
                                                              </a:rPr>
                                                            </m:ctrlPr>
                                                          </m:fPr>
                                                          <m:num>
                                                            <m:sSubSup>
                                                              <m:sSubSupPr>
                                                                <m:ctrlPr>
                                                                  <a:rPr lang="pt-BR" sz="1600" b="0" i="1" kern="1200" noProof="0" smtClean="0">
                                                                    <a:solidFill>
                                                                      <a:schemeClr val="accent1">
                                                                        <a:lumMod val="75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ea typeface="Cambria Math" panose="02040503050406030204" pitchFamily="18" charset="0"/>
                                                                    <a:cs typeface="+mn-cs"/>
                                                                  </a:rPr>
                                                                </m:ctrlPr>
                                                              </m:sSubSupPr>
                                                              <m:e>
                                                                <m:r>
                                                                  <a:rPr lang="pt-BR" sz="1600" b="0" i="1" kern="1200" noProof="0" smtClean="0">
                                                                    <a:solidFill>
                                                                      <a:schemeClr val="accent1">
                                                                        <a:lumMod val="75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ea typeface="Cambria Math" panose="02040503050406030204" pitchFamily="18" charset="0"/>
                                                                    <a:cs typeface="+mn-cs"/>
                                                                  </a:rPr>
                                                                  <m:t>𝑛</m:t>
                                                                </m:r>
                                                              </m:e>
                                                              <m:sub>
                                                                <m:r>
                                                                  <a:rPr lang="pt-BR" sz="1600" b="0" i="1" kern="1200" noProof="0" smtClean="0">
                                                                    <a:solidFill>
                                                                      <a:schemeClr val="accent1">
                                                                        <a:lumMod val="75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ea typeface="Cambria Math" panose="02040503050406030204" pitchFamily="18" charset="0"/>
                                                                    <a:cs typeface="+mn-cs"/>
                                                                  </a:rPr>
                                                                  <m:t>𝑡</m:t>
                                                                </m:r>
                                                              </m:sub>
                                                              <m:sup>
                                                                <m:r>
                                                                  <a:rPr lang="pt-BR" sz="1600" b="0" i="1" kern="1200" noProof="0" smtClean="0">
                                                                    <a:solidFill>
                                                                      <a:schemeClr val="accent1">
                                                                        <a:lumMod val="75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ea typeface="Cambria Math" panose="02040503050406030204" pitchFamily="18" charset="0"/>
                                                                    <a:cs typeface="+mn-cs"/>
                                                                  </a:rPr>
                                                                  <m:t>1+</m:t>
                                                                </m:r>
                                                                <m:r>
                                                                  <a:rPr lang="pt-BR" sz="1600" b="0" i="1" kern="1200" noProof="0" smtClean="0">
                                                                    <a:solidFill>
                                                                      <a:schemeClr val="accent1">
                                                                        <a:lumMod val="75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ea typeface="Cambria Math" panose="02040503050406030204" pitchFamily="18" charset="0"/>
                                                                    <a:cs typeface="+mn-cs"/>
                                                                  </a:rPr>
                                                                  <m:t>𝜑</m:t>
                                                                </m:r>
                                                              </m:sup>
                                                            </m:sSubSup>
                                                          </m:num>
                                                          <m:den>
                                                            <m:r>
                                                              <a:rPr lang="pt-BR" sz="1600" b="0" i="1" kern="1200" noProof="0" smtClean="0">
                                                                <a:solidFill>
                                                                  <a:schemeClr val="accent1">
                                                                    <a:lumMod val="75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  <a:cs typeface="+mn-cs"/>
                                                              </a:rPr>
                                                              <m:t>1+</m:t>
                                                            </m:r>
                                                            <m:r>
                                                              <a:rPr lang="pt-BR" sz="1600" b="0" i="1" kern="1200" noProof="0" smtClean="0">
                                                                <a:solidFill>
                                                                  <a:schemeClr val="accent1">
                                                                    <a:lumMod val="75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  <a:cs typeface="+mn-cs"/>
                                                              </a:rPr>
                                                              <m:t>𝜑</m:t>
                                                            </m:r>
                                                          </m:den>
                                                        </m:f>
                                                      </m:e>
                                                    </m:d>
                                                  </m:e>
                                                  <m:sup>
                                                    <m:r>
                                                      <a:rPr lang="pt-BR" sz="1600" b="0" i="1" kern="1200" noProof="0" smtClean="0">
                                                        <a:solidFill>
                                                          <a:schemeClr val="tx1">
                                                            <a:lumMod val="75000"/>
                                                            <a:lumOff val="2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+mn-cs"/>
                                                      </a:rPr>
                                                      <m:t>1−</m:t>
                                                    </m:r>
                                                    <m:r>
                                                      <a:rPr lang="pt-BR" sz="1600" b="0" i="1" kern="1200" noProof="0" smtClean="0">
                                                        <a:solidFill>
                                                          <a:schemeClr val="tx1">
                                                            <a:lumMod val="75000"/>
                                                            <a:lumOff val="2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+mn-cs"/>
                                                      </a:rPr>
                                                      <m:t>𝜎</m:t>
                                                    </m:r>
                                                  </m:sup>
                                                </m:sSup>
                                                <m:r>
                                                  <a:rPr lang="pt-BR" sz="1600" b="0" i="1" kern="1200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−1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pt-BR" sz="1600" b="0" i="1" kern="1200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1−</m:t>
                                                </m:r>
                                                <m:r>
                                                  <a:rPr lang="pt-BR" sz="1600" b="0" i="1" kern="1200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𝜎</m:t>
                                                </m:r>
                                              </m:den>
                                            </m:f>
                                          </m:e>
                                          <m:e>
                                            <m:r>
                                              <a:rPr lang="es-CO" sz="1600" b="0" i="1" kern="1200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s-CO" sz="1600" b="0" i="1" kern="1200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CO" sz="1600" b="0" i="1" kern="1200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CO" sz="1600" b="0" i="1" kern="1200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CO" sz="1600" b="0" i="1" kern="1200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[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1−</m:t>
                                                </m:r>
                                                <m:sSubSup>
                                                  <m:sSubSupPr>
                                                    <m:ctrlPr>
                                                      <a:rPr lang="pt-BR" sz="1600" b="0" i="1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pt-BR" sz="1600" b="0" i="1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𝜏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1600" b="0" i="1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pt-BR" sz="1600" b="0" i="1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𝑤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d>
                                            <m:sSub>
                                              <m:sSub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pt-BR" sz="1600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1−</m:t>
                                                </m:r>
                                                <m:sSubSup>
                                                  <m:sSubSupPr>
                                                    <m:ctrlPr>
                                                      <a:rPr lang="pt-BR" sz="1600" b="0" i="1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pt-BR" sz="1600" b="0" i="1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𝜏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1600" b="0" i="1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pt-BR" sz="1600" b="0" i="1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d>
                                            <m:sSubSup>
                                              <m:sSubSup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</m:sSubSup>
                                            <m:sSub>
                                              <m:sSub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pt-BR" sz="1600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s-CO" sz="1600" b="0" i="1" noProof="0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CO" sz="1600" b="0" i="1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CO" sz="1600" b="0" i="1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1+</m:t>
                                                    </m:r>
                                                    <m:r>
                                                      <a:rPr lang="es-CO" sz="1600" b="0" i="1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CO" sz="1600" b="0" i="1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  <m:r>
                                                      <a:rPr lang="es-CO" sz="1600" b="0" i="1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−1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sSubSup>
                                              <m:sSubSupPr>
                                                <m:ctrlPr>
                                                  <a:rPr lang="es-CO" sz="1600" b="0" i="1" noProof="0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s-CO" sz="1600" b="0" i="1" noProof="0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pt-BR" sz="1600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s-CO" sz="16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h</m:t>
                                                </m:r>
                                                <m:r>
                                                  <a:rPr lang="es-CO" sz="16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pt-BR" sz="1600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pt-BR" sz="1600" b="0" i="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r>
                                              <a:rPr lang="es-CO" sz="1600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1+</m:t>
                                                </m:r>
                                                <m:sSubSup>
                                                  <m:sSubSupPr>
                                                    <m:ctrlPr>
                                                      <a:rPr lang="pt-BR" sz="1600" b="0" i="1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pt-BR" sz="1600" b="0" i="1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𝜏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1600" b="0" i="1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pt-BR" sz="1600" b="0" i="1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𝑐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d>
                                            <m:sSub>
                                              <m:sSub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CO" sz="1600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CO" sz="1600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1−</m:t>
                                                </m:r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𝛿</m:t>
                                                </m:r>
                                              </m:e>
                                            </m:d>
                                            <m:sSub>
                                              <m:sSub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CO" sz="1600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f>
                                              <m:f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𝜙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  <m:sSup>
                                              <m:sSup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pt-BR" sz="1600" b="0" i="1" noProof="0" smtClean="0">
                                                        <a:solidFill>
                                                          <a:schemeClr val="accent1">
                                                            <a:lumMod val="7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pt-BR" sz="16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pt-BR" sz="16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pt-BR" sz="16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𝑡</m:t>
                                                        </m:r>
                                                        <m:r>
                                                          <a:rPr lang="pt-BR" sz="16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+1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pt-BR" sz="1600" b="0" i="1" noProof="0" smtClean="0">
                                                        <a:solidFill>
                                                          <a:schemeClr val="accent1">
                                                            <a:lumMod val="7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pt-BR" sz="16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pt-BR" sz="16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pt-BR" sz="16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𝑡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s-CO" sz="1600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s-CO" sz="1600" b="0" i="1" noProof="0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s-CO" sz="1600" b="0" i="1" noProof="0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es-CO" sz="1600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s-CO" sz="16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Sup>
                                                  <m:sSubSupPr>
                                                    <m:ctrlPr>
                                                      <a:rPr lang="es-CO" sz="16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s-CO" sz="16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1+</m:t>
                                                    </m:r>
                                                    <m:r>
                                                      <a:rPr lang="es-CO" sz="16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CO" sz="16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  <m:r>
                                                      <a:rPr lang="es-CO" sz="16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−1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s-CO" sz="16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∗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d>
                                            <m:sSubSup>
                                              <m:sSubSup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s-CO" sz="16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h</m:t>
                                                </m:r>
                                                <m:r>
                                                  <a:rPr lang="es-CO" sz="16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es-CO" sz="1600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pt-BR" sz="1600" b="0" i="1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600" b="0" i="1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pt-BR" sz="1600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]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pt-BR" sz="1600" b="0" i="1" kern="1200" noProof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6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6194BB73-CF78-0AE4-160C-BC431135D9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2602270"/>
                  </p:ext>
                </p:extLst>
              </p:nvPr>
            </p:nvGraphicFramePr>
            <p:xfrm>
              <a:off x="111512" y="2317427"/>
              <a:ext cx="11977180" cy="20946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290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77946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34807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2094650">
                    <a:tc>
                      <a:txBody>
                        <a:bodyPr/>
                        <a:lstStyle/>
                        <a:p>
                          <a:endParaRPr lang="pt-BR" sz="16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48" t="-291" r="-7971" b="-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6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09D9E6C6-E447-E61A-5733-DD058965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6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a 18">
                <a:extLst>
                  <a:ext uri="{FF2B5EF4-FFF2-40B4-BE49-F238E27FC236}">
                    <a16:creationId xmlns:a16="http://schemas.microsoft.com/office/drawing/2014/main" id="{C868C948-D6E3-CD73-A315-AE6AF4E6A2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2183362"/>
                  </p:ext>
                </p:extLst>
              </p:nvPr>
            </p:nvGraphicFramePr>
            <p:xfrm>
              <a:off x="1484417" y="5322694"/>
              <a:ext cx="9488384" cy="11645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314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8583906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661338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pt-BR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num>
                                <m:den>
                                  <m:r>
                                    <a:rPr lang="pt-BR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pt-BR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pt-BR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pt-BR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pt-BR" sz="1800" b="0" i="1" kern="120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1800" b="0" i="1" kern="1200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1800" b="0" i="1" kern="1200" noProof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b="0" i="1" kern="1200" noProof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pt-BR" sz="1800" b="0" i="1" kern="1200" noProof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pt-BR" sz="1800" b="0" i="1" kern="1200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+</m:t>
                                      </m:r>
                                      <m:r>
                                        <a:rPr lang="es-CO" sz="1800" b="0" i="1" kern="1200" noProof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𝜓</m:t>
                                      </m:r>
                                      <m:sSubSup>
                                        <m:sSubSupPr>
                                          <m:ctrlPr>
                                            <a:rPr lang="pt-BR" sz="1800" b="0" i="1" kern="1200" noProof="0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1800" b="0" i="1" kern="1200" noProof="0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pt-BR" sz="1800" b="0" i="1" kern="1200" noProof="0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pt-BR" sz="1800" b="0" i="1" kern="1200" noProof="0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  <m:t>𝑔</m:t>
                                          </m:r>
                                        </m:sup>
                                      </m:sSubSup>
                                      <m:r>
                                        <a:rPr lang="pt-BR" sz="1800" b="0" i="1" kern="1200" noProof="0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a:rPr lang="pt-BR" sz="1800" b="0" i="1" kern="1200" noProof="0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𝜔</m:t>
                                      </m:r>
                                      <m:f>
                                        <m:fPr>
                                          <m:ctrlPr>
                                            <a:rPr lang="pt-BR" sz="1800" b="0" i="1" kern="1200" noProof="0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fPr>
                                        <m:num>
                                          <m:sSubSup>
                                            <m:sSubSupPr>
                                              <m:ctrlPr>
                                                <a:rPr lang="pt-BR" sz="1800" b="0" i="1" kern="1200" noProof="0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pt-BR" sz="1800" b="0" i="1" kern="1200" noProof="0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+mn-cs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800" b="0" i="1" kern="1200" noProof="0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+mn-cs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BR" sz="1800" b="0" i="1" kern="1200" noProof="0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+mn-cs"/>
                                                </a:rPr>
                                                <m:t>1+</m:t>
                                              </m:r>
                                              <m:r>
                                                <a:rPr lang="pt-BR" sz="1800" b="0" i="1" kern="1200" noProof="0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+mn-cs"/>
                                                </a:rPr>
                                                <m:t>𝜑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r>
                                            <a:rPr lang="pt-BR" sz="1800" b="0" i="1" kern="1200" noProof="0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  <m:t>1+</m:t>
                                          </m:r>
                                          <m:r>
                                            <a:rPr lang="pt-BR" sz="1800" b="0" i="1" kern="1200" noProof="0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  <m:t>𝜑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pt-BR" sz="1800" b="0" i="1" kern="120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pt-BR" sz="1800" b="0" i="1" kern="120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𝜎</m:t>
                                  </m:r>
                                </m:sup>
                              </m:sSup>
                              <m:r>
                                <a:rPr lang="pt-BR" sz="1800" b="0" i="1" kern="120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1800" b="0" i="1" kern="120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 kern="120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pt-BR" sz="1800" b="0" i="1" kern="120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1800" b="0" i="1" kern="120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b="0" i="1" kern="120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1+</m:t>
                                  </m:r>
                                  <m:sSubSup>
                                    <m:sSubSupPr>
                                      <m:ctrlPr>
                                        <a:rPr lang="pt-BR" sz="1800" b="0" i="1" kern="1200" noProof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1800" b="0" i="1" kern="1200" noProof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pt-BR" sz="1800" b="0" i="1" kern="1200" noProof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pt-BR" sz="1800" b="0" i="1" kern="1200" noProof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𝑐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pt-BR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pt-BR" noProof="0" dirty="0"/>
                            <a:t>                                                 </a:t>
                          </a:r>
                          <a:r>
                            <a:rPr lang="pt-BR" sz="1800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(3)</a:t>
                          </a:r>
                          <a:endParaRPr lang="pt-BR" sz="1800" noProof="0" dirty="0"/>
                        </a:p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a 18">
                <a:extLst>
                  <a:ext uri="{FF2B5EF4-FFF2-40B4-BE49-F238E27FC236}">
                    <a16:creationId xmlns:a16="http://schemas.microsoft.com/office/drawing/2014/main" id="{C868C948-D6E3-CD73-A315-AE6AF4E6A2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2183362"/>
                  </p:ext>
                </p:extLst>
              </p:nvPr>
            </p:nvGraphicFramePr>
            <p:xfrm>
              <a:off x="1484417" y="5322694"/>
              <a:ext cx="9488384" cy="11645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314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8583906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661338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116459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910" t="-521" r="-8020" b="-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5">
            <a:extLst>
              <a:ext uri="{FF2B5EF4-FFF2-40B4-BE49-F238E27FC236}">
                <a16:creationId xmlns:a16="http://schemas.microsoft.com/office/drawing/2014/main" id="{24598D48-F5CE-F407-50A3-868A9B6729C6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72F32AB-019F-181F-4A3A-1421F4E54C4F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Famílias</a:t>
            </a:r>
            <a:endParaRPr lang="pt-BR" sz="2800" i="1" noProof="0" dirty="0">
              <a:latin typeface="Gotham Light" pitchFamily="50" charset="0"/>
            </a:endParaRPr>
          </a:p>
        </p:txBody>
      </p:sp>
      <p:pic>
        <p:nvPicPr>
          <p:cNvPr id="8" name="Gráfico 7" descr="Escena suburbana contorno">
            <a:extLst>
              <a:ext uri="{FF2B5EF4-FFF2-40B4-BE49-F238E27FC236}">
                <a16:creationId xmlns:a16="http://schemas.microsoft.com/office/drawing/2014/main" id="{27F97C38-0631-35D1-E3EC-B9ACB16304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45748" y="610094"/>
            <a:ext cx="788400" cy="7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4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F06A65FD-4B06-95E0-A190-3EDBD9F19D3B}"/>
              </a:ext>
            </a:extLst>
          </p:cNvPr>
          <p:cNvSpPr txBox="1">
            <a:spLocks/>
          </p:cNvSpPr>
          <p:nvPr/>
        </p:nvSpPr>
        <p:spPr>
          <a:xfrm>
            <a:off x="714562" y="1337023"/>
            <a:ext cx="10275016" cy="544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71500" lvl="1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pt-BR" sz="1600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Trabalho:</a:t>
            </a:r>
          </a:p>
          <a:p>
            <a:pPr marL="571500" lvl="1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dirty="0">
              <a:solidFill>
                <a:schemeClr val="accent1">
                  <a:lumMod val="75000"/>
                </a:schemeClr>
              </a:solidFill>
              <a:latin typeface="Gotham Book" panose="02000604030000020004" pitchFamily="2" charset="0"/>
            </a:endParaRPr>
          </a:p>
          <a:p>
            <a:pPr marL="571500" lvl="1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accent1">
                  <a:lumMod val="75000"/>
                </a:schemeClr>
              </a:solidFill>
              <a:latin typeface="Gotham Book" panose="02000604030000020004" pitchFamily="2" charset="0"/>
            </a:endParaRPr>
          </a:p>
          <a:p>
            <a:pPr marL="571500" lvl="1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Capital:</a:t>
            </a:r>
          </a:p>
          <a:p>
            <a:pPr marL="571500" lvl="1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dirty="0">
              <a:solidFill>
                <a:schemeClr val="accent1">
                  <a:lumMod val="75000"/>
                </a:schemeClr>
              </a:solidFill>
              <a:latin typeface="Gotham Book" panose="02000604030000020004" pitchFamily="2" charset="0"/>
            </a:endParaRPr>
          </a:p>
          <a:p>
            <a:pPr marL="571500" lvl="1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dirty="0">
              <a:solidFill>
                <a:schemeClr val="accent1">
                  <a:lumMod val="75000"/>
                </a:schemeClr>
              </a:solidFill>
              <a:latin typeface="Gotham Book" panose="02000604030000020004" pitchFamily="2" charset="0"/>
            </a:endParaRPr>
          </a:p>
          <a:p>
            <a:pPr marL="571500" lvl="1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pt-BR" sz="1600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Títulos Públicos Nacionais: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accent1">
                  <a:lumMod val="75000"/>
                </a:schemeClr>
              </a:solidFill>
              <a:latin typeface="Gotham Book" panose="02000604030000020004" pitchFamily="2" charset="0"/>
            </a:endParaRPr>
          </a:p>
          <a:p>
            <a:pPr marL="571500" lvl="1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accent1">
                  <a:lumMod val="75000"/>
                </a:schemeClr>
              </a:solidFill>
              <a:latin typeface="Gotham Book" panose="02000604030000020004" pitchFamily="2" charset="0"/>
            </a:endParaRPr>
          </a:p>
          <a:p>
            <a:pPr marL="571500" lvl="1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pt-BR" sz="1600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Títulos Internacionais: 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accent1">
                  <a:lumMod val="7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09F2EDD0-EE82-50DC-F08C-9533604783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3784725"/>
                  </p:ext>
                </p:extLst>
              </p:nvPr>
            </p:nvGraphicFramePr>
            <p:xfrm>
              <a:off x="985903" y="1599157"/>
              <a:ext cx="10978136" cy="9829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2224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884379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61533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811785">
                    <a:tc>
                      <a:txBody>
                        <a:bodyPr/>
                        <a:lstStyle/>
                        <a:p>
                          <a:pPr algn="l"/>
                          <a:endParaRPr lang="pt-BR" sz="1800" noProof="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11430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sz="18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sSup>
                                  <m:sSup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+</m:t>
                                        </m:r>
                                        <m:r>
                                          <a:rPr lang="es-CO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𝜓</m:t>
                                        </m:r>
                                        <m:sSubSup>
                                          <m:sSubSup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𝑔</m:t>
                                            </m:r>
                                          </m:sup>
                                        </m:sSubSup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−</m:t>
                                        </m:r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𝜔</m:t>
                                        </m:r>
                                        <m:f>
                                          <m:f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sSubSup>
                                              <m:sSubSupPr>
                                                <m:ctrlPr>
                                                  <a:rPr lang="pt-BR" sz="1800" b="0" i="1" kern="1200" noProof="0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1+</m:t>
                                                </m:r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𝜑</m:t>
                                                </m:r>
                                              </m:sup>
                                            </m:sSubSup>
                                          </m:num>
                                          <m:den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1+</m:t>
                                            </m:r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𝜑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𝜎</m:t>
                                    </m:r>
                                  </m:sup>
                                </m:sSup>
                                <m:r>
                                  <a:rPr lang="pt-BR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𝜔</m:t>
                                </m:r>
                                <m:sSubSup>
                                  <m:sSubSup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𝜑</m:t>
                                    </m:r>
                                  </m:sup>
                                </m:sSubSup>
                                <m:r>
                                  <a:rPr lang="pt-BR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1−</m:t>
                                    </m:r>
                                    <m:sSubSup>
                                      <m:sSubSup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𝑤</m:t>
                                        </m:r>
                                      </m:sup>
                                    </m:sSubSup>
                                  </m:e>
                                </m:d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pt-BR" sz="1800" noProof="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(4)</a:t>
                          </a:r>
                          <a:endParaRPr lang="pt-BR" sz="1800" noProof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09F2EDD0-EE82-50DC-F08C-9533604783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3784725"/>
                  </p:ext>
                </p:extLst>
              </p:nvPr>
            </p:nvGraphicFramePr>
            <p:xfrm>
              <a:off x="985903" y="1599157"/>
              <a:ext cx="10978136" cy="9829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2224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884379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61533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982917">
                    <a:tc>
                      <a:txBody>
                        <a:bodyPr/>
                        <a:lstStyle/>
                        <a:p>
                          <a:pPr algn="l"/>
                          <a:endParaRPr lang="pt-BR" sz="1800" noProof="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53" t="-617" r="-7953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(4)</a:t>
                          </a:r>
                          <a:endParaRPr lang="pt-BR" sz="1800" noProof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8E6982F-EFE3-089E-7827-C2B7B350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7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61DC5161-10BD-28A2-6718-9CB444BB00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3096473"/>
                  </p:ext>
                </p:extLst>
              </p:nvPr>
            </p:nvGraphicFramePr>
            <p:xfrm>
              <a:off x="826332" y="2945539"/>
              <a:ext cx="11137708" cy="8117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31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007553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71024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1+</m:t>
                                    </m:r>
                                    <m:r>
                                      <a:rPr lang="pt-BR" sz="1800" b="0" i="1" kern="1200" noProof="0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𝜙</m:t>
                                    </m:r>
                                    <m:d>
                                      <m:d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accent5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accent5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s-CO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s-CO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CO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1−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pt-BR" sz="1800" b="0" i="1" kern="1200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  <m:sSubSup>
                                          <m:sSubSup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+1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+1−</m:t>
                                        </m:r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𝛿</m:t>
                                        </m:r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+</m:t>
                                        </m:r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accent5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𝜙</m:t>
                                        </m:r>
                                        <m:d>
                                          <m:d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+2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  <m:r>
                                  <a:rPr lang="pt-BR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(5)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61DC5161-10BD-28A2-6718-9CB444BB00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3096473"/>
                  </p:ext>
                </p:extLst>
              </p:nvPr>
            </p:nvGraphicFramePr>
            <p:xfrm>
              <a:off x="826332" y="2945539"/>
              <a:ext cx="11137708" cy="8117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31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007553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71024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811784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654" t="-746" r="-7978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(5)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Tabla 14">
                <a:extLst>
                  <a:ext uri="{FF2B5EF4-FFF2-40B4-BE49-F238E27FC236}">
                    <a16:creationId xmlns:a16="http://schemas.microsoft.com/office/drawing/2014/main" id="{58B2E32D-9301-32E0-1746-6AE8A18185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8010265"/>
                  </p:ext>
                </p:extLst>
              </p:nvPr>
            </p:nvGraphicFramePr>
            <p:xfrm>
              <a:off x="985905" y="4134672"/>
              <a:ext cx="10978136" cy="8579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3986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864176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59974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sz="1800" noProof="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es-CO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es-CO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</m:den>
                                </m:f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s-CO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s-CO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CO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1+</m:t>
                                        </m:r>
                                        <m:sSub>
                                          <m:sSubPr>
                                            <m:ctrlPr>
                                              <a:rPr lang="es-CO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s-CO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pt-BR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pt-BR" sz="1800" noProof="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(6)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Tabla 14">
                <a:extLst>
                  <a:ext uri="{FF2B5EF4-FFF2-40B4-BE49-F238E27FC236}">
                    <a16:creationId xmlns:a16="http://schemas.microsoft.com/office/drawing/2014/main" id="{58B2E32D-9301-32E0-1746-6AE8A18185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8010265"/>
                  </p:ext>
                </p:extLst>
              </p:nvPr>
            </p:nvGraphicFramePr>
            <p:xfrm>
              <a:off x="985905" y="4134672"/>
              <a:ext cx="10978136" cy="8579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3986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864176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59974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857949">
                    <a:tc>
                      <a:txBody>
                        <a:bodyPr/>
                        <a:lstStyle/>
                        <a:p>
                          <a:endParaRPr lang="pt-BR" sz="1800" noProof="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3644" t="-709" r="-7968" b="-35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(6)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a 15">
                <a:extLst>
                  <a:ext uri="{FF2B5EF4-FFF2-40B4-BE49-F238E27FC236}">
                    <a16:creationId xmlns:a16="http://schemas.microsoft.com/office/drawing/2014/main" id="{206C64C5-989C-87C4-768B-4B92B5AB63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2418695"/>
                  </p:ext>
                </p:extLst>
              </p:nvPr>
            </p:nvGraphicFramePr>
            <p:xfrm>
              <a:off x="985904" y="5347249"/>
              <a:ext cx="10978135" cy="8390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3987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864173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5997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es-CO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h</m:t>
                                        </m:r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den>
                                </m:f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s-CO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s-CO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CO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1+</m:t>
                                        </m:r>
                                        <m:sSubSup>
                                          <m:sSubSup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rgbClr val="E4059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E4059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E4059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es-CO" sz="1800" b="0" i="1" kern="1200" noProof="0" smtClean="0">
                                                <a:solidFill>
                                                  <a:srgbClr val="E4059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  <m:r>
                                  <a:rPr lang="pt-BR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pt-BR" noProof="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(7)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a 15">
                <a:extLst>
                  <a:ext uri="{FF2B5EF4-FFF2-40B4-BE49-F238E27FC236}">
                    <a16:creationId xmlns:a16="http://schemas.microsoft.com/office/drawing/2014/main" id="{206C64C5-989C-87C4-768B-4B92B5AB63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2418695"/>
                  </p:ext>
                </p:extLst>
              </p:nvPr>
            </p:nvGraphicFramePr>
            <p:xfrm>
              <a:off x="985904" y="5347249"/>
              <a:ext cx="10978135" cy="8390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3987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864173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5997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839089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3644" t="-725" r="-7968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(7)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1BB71BF-716C-903C-170F-72D16D131AE9}"/>
                  </a:ext>
                </a:extLst>
              </p:cNvPr>
              <p:cNvSpPr txBox="1"/>
              <p:nvPr/>
            </p:nvSpPr>
            <p:spPr>
              <a:xfrm>
                <a:off x="1202422" y="6121685"/>
                <a:ext cx="9902524" cy="4571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30000020004" pitchFamily="2" charset="0"/>
                    <a:ea typeface="Calibri"/>
                    <a:cs typeface="Calibri"/>
                    <a:sym typeface="Calibri"/>
                  </a:rPr>
                  <a:t>Condições de Transversalidade: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sz="18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sz="180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sz="1800" i="0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sSub>
                          <m:sSubPr>
                            <m:ctrlP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  <m:r>
                      <a:rPr lang="pt-BR" sz="18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pt-BR" sz="18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sz="180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sz="1800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pt-BR" sz="180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BR" sz="180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80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pt-BR" sz="180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80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sSubSup>
                          <m:sSubSupPr>
                            <m:ctrlP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180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pt-BR" sz="18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pt-BR" sz="180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BR" sz="180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BR" sz="1800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pt-BR" sz="180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p>
                              <m:sSupPr>
                                <m:ctrlPr>
                                  <a:rPr lang="pt-BR" sz="180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180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pt-BR" sz="180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80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180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pt-BR" sz="180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func>
                      </m:e>
                    </m:func>
                  </m:oMath>
                </a14:m>
                <a:endParaRPr lang="pt-BR" noProof="0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1BB71BF-716C-903C-170F-72D16D131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422" y="6121685"/>
                <a:ext cx="9902524" cy="457113"/>
              </a:xfrm>
              <a:prstGeom prst="rect">
                <a:avLst/>
              </a:prstGeom>
              <a:blipFill>
                <a:blip r:embed="rId8"/>
                <a:stretch>
                  <a:fillRect l="-308" b="-2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5">
            <a:extLst>
              <a:ext uri="{FF2B5EF4-FFF2-40B4-BE49-F238E27FC236}">
                <a16:creationId xmlns:a16="http://schemas.microsoft.com/office/drawing/2014/main" id="{DCB33F99-B97D-3EF2-B698-16DE74F817B2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2579BF-5BA3-A8FA-7115-FDC13A5B6A90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Famílias</a:t>
            </a:r>
            <a:endParaRPr lang="pt-BR" sz="2800" i="1" noProof="0" dirty="0">
              <a:latin typeface="Gotham Light" pitchFamily="50" charset="0"/>
            </a:endParaRPr>
          </a:p>
        </p:txBody>
      </p:sp>
      <p:pic>
        <p:nvPicPr>
          <p:cNvPr id="9" name="Gráfico 8" descr="Escena suburbana contorno">
            <a:extLst>
              <a:ext uri="{FF2B5EF4-FFF2-40B4-BE49-F238E27FC236}">
                <a16:creationId xmlns:a16="http://schemas.microsoft.com/office/drawing/2014/main" id="{C81E62FC-E4A3-9021-C7F8-6535B41582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45748" y="610094"/>
            <a:ext cx="788400" cy="7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0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6DD32B08-5E7D-A192-C1F5-EB40CC3827C6}"/>
              </a:ext>
            </a:extLst>
          </p:cNvPr>
          <p:cNvSpPr txBox="1">
            <a:spLocks/>
          </p:cNvSpPr>
          <p:nvPr/>
        </p:nvSpPr>
        <p:spPr>
          <a:xfrm>
            <a:off x="1078784" y="2108158"/>
            <a:ext cx="10275016" cy="332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Substitui-se (3) em (5) para obter a equação de Euler do consumo: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Do mesmo modo, substituindo (3) em (4), obtém-se a trajetória ótima da oferta de trabalho:</a:t>
            </a:r>
          </a:p>
          <a:p>
            <a:pPr marL="571500" lvl="1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accent1">
                  <a:lumMod val="7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DBFC4106-2CCC-5D0E-7391-A79F8B8A16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6632580"/>
                  </p:ext>
                </p:extLst>
              </p:nvPr>
            </p:nvGraphicFramePr>
            <p:xfrm>
              <a:off x="637504" y="2488588"/>
              <a:ext cx="11138337" cy="1582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41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07657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7634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CO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pt-BR" sz="1800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pt-BR" sz="1800" b="0" i="1" noProof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𝑐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+1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es-CO" sz="1800" b="0" i="1" noProof="0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𝜓</m:t>
                                                </m:r>
                                                <m:sSubSup>
                                                  <m:sSubSupPr>
                                                    <m:ctrlPr>
                                                      <a:rPr lang="pt-BR" sz="1800" b="0" i="1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𝑐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+1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𝑔</m:t>
                                                    </m:r>
                                                  </m:sup>
                                                </m:sSubSup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𝜔</m:t>
                                                </m:r>
                                                <m:f>
                                                  <m:fPr>
                                                    <m:ctrlPr>
                                                      <a:rPr lang="pt-BR" sz="1800" b="0" i="1" noProof="0" smtClean="0">
                                                        <a:solidFill>
                                                          <a:schemeClr val="accent1">
                                                            <a:lumMod val="7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Sup>
                                                      <m:sSubSupPr>
                                                        <m:ctrlPr>
                                                          <a:rPr lang="pt-BR" sz="18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pt-BR" sz="18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𝑛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pt-BR" sz="18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𝑡</m:t>
                                                        </m:r>
                                                        <m:r>
                                                          <a:rPr lang="pt-BR" sz="18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+1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pt-BR" sz="18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1+</m:t>
                                                        </m:r>
                                                        <m:r>
                                                          <a:rPr lang="pt-BR" sz="18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𝜑</m:t>
                                                        </m:r>
                                                      </m:sup>
                                                    </m:sSubSup>
                                                  </m:num>
                                                  <m:den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chemeClr val="accent1">
                                                            <a:lumMod val="7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1+</m:t>
                                                    </m:r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chemeClr val="accent1">
                                                            <a:lumMod val="7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𝜑</m:t>
                                                    </m:r>
                                                  </m:den>
                                                </m:f>
                                              </m:num>
                                              <m:den>
                                                <m:sSub>
                                                  <m:sSubPr>
                                                    <m:ctrlPr>
                                                      <a:rPr lang="pt-BR" sz="1800" b="0" i="1" noProof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𝑐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es-CO" sz="1800" b="0" i="1" noProof="0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𝜓</m:t>
                                                </m:r>
                                                <m:sSubSup>
                                                  <m:sSubSupPr>
                                                    <m:ctrlPr>
                                                      <a:rPr lang="pt-BR" sz="1800" b="0" i="1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𝑐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𝑔</m:t>
                                                    </m:r>
                                                  </m:sup>
                                                </m:sSubSup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𝜔</m:t>
                                                </m:r>
                                                <m:f>
                                                  <m:fPr>
                                                    <m:ctrlPr>
                                                      <a:rPr lang="pt-BR" sz="1800" b="0" i="1" noProof="0" smtClean="0">
                                                        <a:solidFill>
                                                          <a:schemeClr val="accent1">
                                                            <a:lumMod val="7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Sup>
                                                      <m:sSubSupPr>
                                                        <m:ctrlPr>
                                                          <a:rPr lang="pt-BR" sz="18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pt-BR" sz="18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𝑛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pt-BR" sz="18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𝑡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pt-BR" sz="18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1+</m:t>
                                                        </m:r>
                                                        <m:r>
                                                          <a:rPr lang="pt-BR" sz="1800" b="0" i="1" noProof="0" smtClean="0">
                                                            <a:solidFill>
                                                              <a:schemeClr val="accent1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𝜑</m:t>
                                                        </m:r>
                                                      </m:sup>
                                                    </m:sSubSup>
                                                  </m:num>
                                                  <m:den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chemeClr val="accent1">
                                                            <a:lumMod val="7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1+</m:t>
                                                    </m:r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chemeClr val="accent1">
                                                            <a:lumMod val="7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𝜑</m:t>
                                                    </m:r>
                                                  </m:den>
                                                </m:f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pt-BR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pt-BR" b="0" i="1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sup>
                                            </m:sSubSup>
                                          </m:num>
                                          <m:den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pt-BR" b="0" i="1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sup>
                                            </m:sSubSup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d>
                                              <m:dPr>
                                                <m:ctrlP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1−</m:t>
                                                </m:r>
                                                <m:sSubSup>
                                                  <m:sSubSupPr>
                                                    <m:ctrlPr>
                                                      <a:rPr lang="pt-BR" sz="1800" b="0" i="1" kern="1200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+mn-cs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pt-BR" sz="1800" b="0" i="1" kern="1200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+mn-cs"/>
                                                      </a:rPr>
                                                      <m:t>𝜏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1800" b="0" i="1" kern="1200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+mn-cs"/>
                                                      </a:rPr>
                                                      <m:t>𝑡</m:t>
                                                    </m:r>
                                                    <m:r>
                                                      <a:rPr lang="pt-BR" sz="1800" b="0" i="1" kern="1200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+mn-cs"/>
                                                      </a:rPr>
                                                      <m:t>+1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pt-BR" sz="1800" b="0" i="1" kern="1200" noProof="0" smtClean="0">
                                                        <a:solidFill>
                                                          <a:srgbClr val="00B0F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+mn-cs"/>
                                                      </a:rPr>
                                                      <m:t>𝑘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d>
                                            <m:sSubSup>
                                              <m:sSubSupPr>
                                                <m:ctrlP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+1−</m:t>
                                            </m:r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𝛿</m:t>
                                            </m:r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+</m:t>
                                            </m:r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𝜙</m:t>
                                            </m:r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+2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)</m:t>
                                            </m:r>
                                          </m:num>
                                          <m:den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1+</m:t>
                                            </m:r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𝜙</m:t>
                                            </m:r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accent5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kern="1200" noProof="0" smtClean="0">
                                                    <a:solidFill>
                                                      <a:schemeClr val="accent5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)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(8)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DBFC4106-2CCC-5D0E-7391-A79F8B8A16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6632580"/>
                  </p:ext>
                </p:extLst>
              </p:nvPr>
            </p:nvGraphicFramePr>
            <p:xfrm>
              <a:off x="637504" y="2488588"/>
              <a:ext cx="11138337" cy="1582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41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07657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7634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1582484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902" t="-385" r="-7920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(8)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a 14">
                <a:extLst>
                  <a:ext uri="{FF2B5EF4-FFF2-40B4-BE49-F238E27FC236}">
                    <a16:creationId xmlns:a16="http://schemas.microsoft.com/office/drawing/2014/main" id="{1D295DA1-8BE4-2F5E-2297-7AFF9EA7E3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0489514"/>
                  </p:ext>
                </p:extLst>
              </p:nvPr>
            </p:nvGraphicFramePr>
            <p:xfrm>
              <a:off x="4078846" y="4773431"/>
              <a:ext cx="7696995" cy="8601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713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6841626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61365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𝜑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O" b="0" i="1" noProof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s-CO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s-CO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bSup>
                                          <m:sSubSupPr>
                                            <m:ctrlPr>
                                              <a:rPr lang="pt-BR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a:rPr lang="pt-BR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pt-BR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sSubSup>
                                          <m:sSubSupPr>
                                            <m:ctrlPr>
                                              <a:rPr lang="pt-BR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a:rPr lang="pt-BR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pt-BR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p>
                                        </m:sSubSup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noProof="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(9)</a:t>
                          </a:r>
                          <a:endParaRPr lang="pt-BR" noProof="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a 14">
                <a:extLst>
                  <a:ext uri="{FF2B5EF4-FFF2-40B4-BE49-F238E27FC236}">
                    <a16:creationId xmlns:a16="http://schemas.microsoft.com/office/drawing/2014/main" id="{1D295DA1-8BE4-2F5E-2297-7AFF9EA7E3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0489514"/>
                  </p:ext>
                </p:extLst>
              </p:nvPr>
            </p:nvGraphicFramePr>
            <p:xfrm>
              <a:off x="4078846" y="4773431"/>
              <a:ext cx="7696995" cy="8601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713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6841626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61365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860171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65" r="-90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(9)</a:t>
                          </a:r>
                          <a:endParaRPr lang="pt-BR" noProof="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6D500928-8371-5521-4931-D698AEAC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8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19EE9DAC-41BA-80FA-4C06-2B4469DF987E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8BA4B08-843D-9ED2-F64A-9A3E09F2FDCD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Famílias</a:t>
            </a:r>
            <a:endParaRPr lang="pt-BR" sz="2800" i="1" noProof="0" dirty="0">
              <a:latin typeface="Gotham Light" pitchFamily="50" charset="0"/>
            </a:endParaRPr>
          </a:p>
        </p:txBody>
      </p:sp>
      <p:pic>
        <p:nvPicPr>
          <p:cNvPr id="11" name="Gráfico 10" descr="Escena suburbana contorno">
            <a:extLst>
              <a:ext uri="{FF2B5EF4-FFF2-40B4-BE49-F238E27FC236}">
                <a16:creationId xmlns:a16="http://schemas.microsoft.com/office/drawing/2014/main" id="{61EFBE3C-0DAF-B2F0-71C4-7012F240AE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45748" y="610094"/>
            <a:ext cx="788400" cy="7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0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9682" y="1589789"/>
                <a:ext cx="10275016" cy="4867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3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Finalmente, de (3) em (6), obtém-se a equação para o preço dos ativos: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600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pt-BR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pt-BR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pt-BR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é o fator de desconto estocástico, que captura a relação risco-retorno de um investimento (poupança das famílias):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Por outro lado, combinando (6) e (7), obtém-se a condição de não arbitragem: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Isso implica que </a:t>
                </a:r>
                <a:r>
                  <a:rPr lang="pt-BR" sz="1600" b="1" dirty="0">
                    <a:solidFill>
                      <a:schemeClr val="accent1">
                        <a:lumMod val="75000"/>
                      </a:schemeClr>
                    </a:solidFill>
                    <a:latin typeface="Gotham Book"/>
                  </a:rPr>
                  <a:t>a taxa de juros dos ativos domésticos é igual à taxa de juros dos ativos internacionais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.</a:t>
                </a:r>
                <a:endParaRPr lang="pt-BR" sz="1600" b="1" noProof="0" dirty="0">
                  <a:solidFill>
                    <a:schemeClr val="accent1">
                      <a:lumMod val="75000"/>
                    </a:schemeClr>
                  </a:solidFill>
                  <a:latin typeface="Gotham Book" panose="02000604030000020004" pitchFamily="2" charset="0"/>
                </a:endParaRPr>
              </a:p>
            </p:txBody>
          </p:sp>
        </mc:Choice>
        <mc:Fallback xmlns="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82" y="1589789"/>
                <a:ext cx="10275016" cy="4867444"/>
              </a:xfrm>
              <a:prstGeom prst="rect">
                <a:avLst/>
              </a:prstGeom>
              <a:blipFill>
                <a:blip r:embed="rId3"/>
                <a:stretch>
                  <a:fillRect t="-877" r="-2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89D295A5-A0DB-D8B5-4EFB-435F56C3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9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a 9">
                <a:extLst>
                  <a:ext uri="{FF2B5EF4-FFF2-40B4-BE49-F238E27FC236}">
                    <a16:creationId xmlns:a16="http://schemas.microsoft.com/office/drawing/2014/main" id="{39E2383B-375A-05A7-91F0-EF4F8216C2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8225609"/>
                  </p:ext>
                </p:extLst>
              </p:nvPr>
            </p:nvGraphicFramePr>
            <p:xfrm>
              <a:off x="1559442" y="4743723"/>
              <a:ext cx="10133004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6948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048892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697164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s-CO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s-CO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s-CO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(12)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a 9">
                <a:extLst>
                  <a:ext uri="{FF2B5EF4-FFF2-40B4-BE49-F238E27FC236}">
                    <a16:creationId xmlns:a16="http://schemas.microsoft.com/office/drawing/2014/main" id="{39E2383B-375A-05A7-91F0-EF4F8216C2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8225609"/>
                  </p:ext>
                </p:extLst>
              </p:nvPr>
            </p:nvGraphicFramePr>
            <p:xfrm>
              <a:off x="1559442" y="4743723"/>
              <a:ext cx="10133004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6948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048892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697164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374" t="-1163" r="-7941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(12)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C710DE7A-4CD5-62E3-1CC4-96AD31337A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9713326"/>
                  </p:ext>
                </p:extLst>
              </p:nvPr>
            </p:nvGraphicFramePr>
            <p:xfrm>
              <a:off x="1645391" y="3429000"/>
              <a:ext cx="10047055" cy="8110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28359">
                      <a:extLst>
                        <a:ext uri="{9D8B030D-6E8A-4147-A177-3AD203B41FA5}">
                          <a16:colId xmlns:a16="http://schemas.microsoft.com/office/drawing/2014/main" val="1367721609"/>
                        </a:ext>
                      </a:extLst>
                    </a:gridCol>
                    <a:gridCol w="718696">
                      <a:extLst>
                        <a:ext uri="{9D8B030D-6E8A-4147-A177-3AD203B41FA5}">
                          <a16:colId xmlns:a16="http://schemas.microsoft.com/office/drawing/2014/main" val="27504337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1800" b="0" i="0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f>
                                  <m:f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(11)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61061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C710DE7A-4CD5-62E3-1CC4-96AD31337A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9713326"/>
                  </p:ext>
                </p:extLst>
              </p:nvPr>
            </p:nvGraphicFramePr>
            <p:xfrm>
              <a:off x="1645391" y="3429000"/>
              <a:ext cx="10047055" cy="8110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28359">
                      <a:extLst>
                        <a:ext uri="{9D8B030D-6E8A-4147-A177-3AD203B41FA5}">
                          <a16:colId xmlns:a16="http://schemas.microsoft.com/office/drawing/2014/main" val="1367721609"/>
                        </a:ext>
                      </a:extLst>
                    </a:gridCol>
                    <a:gridCol w="718696">
                      <a:extLst>
                        <a:ext uri="{9D8B030D-6E8A-4147-A177-3AD203B41FA5}">
                          <a16:colId xmlns:a16="http://schemas.microsoft.com/office/drawing/2014/main" val="2750433747"/>
                        </a:ext>
                      </a:extLst>
                    </a:gridCol>
                  </a:tblGrid>
                  <a:tr h="811086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65" t="-746" r="-7963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(11)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61061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5F125AFB-48F0-F8C3-B74B-60B4D0B5BC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1572240"/>
                  </p:ext>
                </p:extLst>
              </p:nvPr>
            </p:nvGraphicFramePr>
            <p:xfrm>
              <a:off x="1694201" y="2080101"/>
              <a:ext cx="9998245" cy="5534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83040">
                      <a:extLst>
                        <a:ext uri="{9D8B030D-6E8A-4147-A177-3AD203B41FA5}">
                          <a16:colId xmlns:a16="http://schemas.microsoft.com/office/drawing/2014/main" val="1367721609"/>
                        </a:ext>
                      </a:extLst>
                    </a:gridCol>
                    <a:gridCol w="715205">
                      <a:extLst>
                        <a:ext uri="{9D8B030D-6E8A-4147-A177-3AD203B41FA5}">
                          <a16:colId xmlns:a16="http://schemas.microsoft.com/office/drawing/2014/main" val="27504337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1=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CO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pt-BR" b="0" i="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(1+</m:t>
                                    </m:r>
                                    <m:sSub>
                                      <m:sSubPr>
                                        <m:ctrlPr>
                                          <a:rPr lang="es-CO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O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s-CO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(10)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61061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5F125AFB-48F0-F8C3-B74B-60B4D0B5BC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1572240"/>
                  </p:ext>
                </p:extLst>
              </p:nvPr>
            </p:nvGraphicFramePr>
            <p:xfrm>
              <a:off x="1694201" y="2080101"/>
              <a:ext cx="9998245" cy="5534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83040">
                      <a:extLst>
                        <a:ext uri="{9D8B030D-6E8A-4147-A177-3AD203B41FA5}">
                          <a16:colId xmlns:a16="http://schemas.microsoft.com/office/drawing/2014/main" val="1367721609"/>
                        </a:ext>
                      </a:extLst>
                    </a:gridCol>
                    <a:gridCol w="715205">
                      <a:extLst>
                        <a:ext uri="{9D8B030D-6E8A-4147-A177-3AD203B41FA5}">
                          <a16:colId xmlns:a16="http://schemas.microsoft.com/office/drawing/2014/main" val="2750433747"/>
                        </a:ext>
                      </a:extLst>
                    </a:gridCol>
                  </a:tblGrid>
                  <a:tr h="553466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66" t="-1087" r="-7934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(10)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61061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5">
            <a:extLst>
              <a:ext uri="{FF2B5EF4-FFF2-40B4-BE49-F238E27FC236}">
                <a16:creationId xmlns:a16="http://schemas.microsoft.com/office/drawing/2014/main" id="{457C606E-6865-0A74-085C-6F2A72D61CC3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A2D2B01-E134-6FFE-21EF-C5A7F1011ED2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Famílias</a:t>
            </a:r>
            <a:endParaRPr lang="pt-BR" sz="2800" i="1" noProof="0" dirty="0">
              <a:latin typeface="Gotham Light" pitchFamily="50" charset="0"/>
            </a:endParaRPr>
          </a:p>
        </p:txBody>
      </p:sp>
      <p:pic>
        <p:nvPicPr>
          <p:cNvPr id="16" name="Gráfico 15" descr="Escena suburbana contorno">
            <a:extLst>
              <a:ext uri="{FF2B5EF4-FFF2-40B4-BE49-F238E27FC236}">
                <a16:creationId xmlns:a16="http://schemas.microsoft.com/office/drawing/2014/main" id="{BEFC18D5-AF9D-5FFE-CAC2-005F99EA6B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45748" y="610094"/>
            <a:ext cx="788400" cy="7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88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65CCB-8935-E332-EC1B-14D4362A6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549215-B105-8BEC-1954-7028F8A5BCA0}"/>
              </a:ext>
            </a:extLst>
          </p:cNvPr>
          <p:cNvSpPr/>
          <p:nvPr/>
        </p:nvSpPr>
        <p:spPr>
          <a:xfrm>
            <a:off x="616180" y="3584199"/>
            <a:ext cx="5819790" cy="284416"/>
          </a:xfrm>
          <a:custGeom>
            <a:avLst/>
            <a:gdLst>
              <a:gd name="csX0" fmla="*/ 0 w 5819790"/>
              <a:gd name="csY0" fmla="*/ 0 h 284416"/>
              <a:gd name="csX1" fmla="*/ 5819790 w 5819790"/>
              <a:gd name="csY1" fmla="*/ 0 h 284416"/>
              <a:gd name="csX2" fmla="*/ 5819790 w 5819790"/>
              <a:gd name="csY2" fmla="*/ 284416 h 284416"/>
              <a:gd name="csX3" fmla="*/ 0 w 5819790"/>
              <a:gd name="csY3" fmla="*/ 284416 h 284416"/>
              <a:gd name="csX4" fmla="*/ 0 w 5819790"/>
              <a:gd name="csY4" fmla="*/ 0 h 284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19790" h="284416" fill="none" extrusionOk="0">
                <a:moveTo>
                  <a:pt x="0" y="0"/>
                </a:moveTo>
                <a:cubicBezTo>
                  <a:pt x="1232431" y="-109183"/>
                  <a:pt x="4440344" y="-163229"/>
                  <a:pt x="5819790" y="0"/>
                </a:cubicBezTo>
                <a:cubicBezTo>
                  <a:pt x="5843725" y="72582"/>
                  <a:pt x="5831581" y="207059"/>
                  <a:pt x="5819790" y="284416"/>
                </a:cubicBezTo>
                <a:cubicBezTo>
                  <a:pt x="3236051" y="226808"/>
                  <a:pt x="2267995" y="409307"/>
                  <a:pt x="0" y="284416"/>
                </a:cubicBezTo>
                <a:cubicBezTo>
                  <a:pt x="25075" y="206248"/>
                  <a:pt x="-7672" y="77388"/>
                  <a:pt x="0" y="0"/>
                </a:cubicBezTo>
                <a:close/>
              </a:path>
              <a:path w="5819790" h="284416" stroke="0" extrusionOk="0">
                <a:moveTo>
                  <a:pt x="0" y="0"/>
                </a:moveTo>
                <a:cubicBezTo>
                  <a:pt x="2692537" y="-112441"/>
                  <a:pt x="3397393" y="65671"/>
                  <a:pt x="5819790" y="0"/>
                </a:cubicBezTo>
                <a:cubicBezTo>
                  <a:pt x="5799416" y="74964"/>
                  <a:pt x="5810349" y="154691"/>
                  <a:pt x="5819790" y="284416"/>
                </a:cubicBezTo>
                <a:cubicBezTo>
                  <a:pt x="3887299" y="312148"/>
                  <a:pt x="2878477" y="123481"/>
                  <a:pt x="0" y="284416"/>
                </a:cubicBezTo>
                <a:cubicBezTo>
                  <a:pt x="754" y="205051"/>
                  <a:pt x="-15455" y="55778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182535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2" name="Imagen 89">
            <a:extLst>
              <a:ext uri="{FF2B5EF4-FFF2-40B4-BE49-F238E27FC236}">
                <a16:creationId xmlns:a16="http://schemas.microsoft.com/office/drawing/2014/main" id="{A13DBB78-B3E4-6B97-3265-337D9DD92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grpSp>
        <p:nvGrpSpPr>
          <p:cNvPr id="3" name="Grupo 83">
            <a:extLst>
              <a:ext uri="{FF2B5EF4-FFF2-40B4-BE49-F238E27FC236}">
                <a16:creationId xmlns:a16="http://schemas.microsoft.com/office/drawing/2014/main" id="{3CBECDAC-FE77-BD28-FEB5-3D9610FC28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9" name="Rectángulo redondeado 1">
              <a:extLst>
                <a:ext uri="{FF2B5EF4-FFF2-40B4-BE49-F238E27FC236}">
                  <a16:creationId xmlns:a16="http://schemas.microsoft.com/office/drawing/2014/main" id="{5337D733-3841-0BB9-8507-943A9C9BAC96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CuadroTexto 85">
              <a:extLst>
                <a:ext uri="{FF2B5EF4-FFF2-40B4-BE49-F238E27FC236}">
                  <a16:creationId xmlns:a16="http://schemas.microsoft.com/office/drawing/2014/main" id="{DC7431BF-0B40-2D92-185C-7140180B980C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9576FE5F-5050-7CCF-0B9B-36D8EB7AD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10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405B119-9A3C-8EEA-B061-6017FC194A01}"/>
              </a:ext>
            </a:extLst>
          </p:cNvPr>
          <p:cNvSpPr txBox="1"/>
          <p:nvPr/>
        </p:nvSpPr>
        <p:spPr>
          <a:xfrm>
            <a:off x="401934" y="2870333"/>
            <a:ext cx="2549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3600" b="1" noProof="0" dirty="0">
                <a:solidFill>
                  <a:schemeClr val="accent1">
                    <a:lumMod val="75000"/>
                  </a:schemeClr>
                </a:solidFill>
                <a:latin typeface="Aptos Black" panose="020B0004020202020204" pitchFamily="34" charset="0"/>
                <a:ea typeface="+mj-ea"/>
                <a:cs typeface="Gotham Black" panose="020B0604020202020204" charset="0"/>
              </a:rPr>
              <a:t>Firmas</a:t>
            </a:r>
          </a:p>
        </p:txBody>
      </p:sp>
    </p:spTree>
    <p:extLst>
      <p:ext uri="{BB962C8B-B14F-4D97-AF65-F5344CB8AC3E}">
        <p14:creationId xmlns:p14="http://schemas.microsoft.com/office/powerpoint/2010/main" val="243467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3320" y="1210100"/>
                <a:ext cx="10275016" cy="5108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3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As firmas produzem bens idênticos em um </a:t>
                </a:r>
                <a:r>
                  <a:rPr lang="pt-BR" sz="1600" b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30000020004" pitchFamily="2" charset="0"/>
                  </a:rPr>
                  <a:t>mercado de concorrência perfeita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, utilizando uma tecnologia de produção Cobb-Douglas que inclui o </a:t>
                </a:r>
                <a:r>
                  <a:rPr lang="pt-BR" sz="1600" b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30000020004" pitchFamily="2" charset="0"/>
                  </a:rPr>
                  <a:t>capital público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:</a:t>
                </a: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é identificada como a Produtividade Total dos Fatores (PTF), que segue o processo estocástico AR(1).</a:t>
                </a: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Sendo </a:t>
                </a:r>
                <a14:m>
                  <m:oMath xmlns:m="http://schemas.openxmlformats.org/officeDocument/2006/math">
                    <m:r>
                      <a:rPr lang="pt-BR" sz="160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pt-BR" sz="160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6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6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pt-BR" sz="16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pt-BR" sz="16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pt-BR" sz="160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pt-BR" sz="160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pt-BR" sz="160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(0,</m:t>
                    </m:r>
                    <m:sSubSup>
                      <m:sSubSupPr>
                        <m:ctrlPr>
                          <a:rPr lang="pt-BR" sz="16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6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sz="16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pt-BR" sz="16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sz="160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600" i="0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pt-BR" sz="1600" b="0" i="0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pt-BR" sz="1600" i="0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pt-BR" sz="1600" b="0" i="0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pt-BR" sz="1600" i="0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pt-BR" sz="1600" b="0" i="0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O </a:t>
                </a:r>
                <a:r>
                  <a:rPr lang="pt-BR" sz="1600" b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30000020004" pitchFamily="2" charset="0"/>
                  </a:rPr>
                  <a:t>capital público 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evolui de acordo com sua lei de movimento: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</p:txBody>
          </p:sp>
        </mc:Choice>
        <mc:Fallback xmlns="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20" y="1210100"/>
                <a:ext cx="10275016" cy="5108733"/>
              </a:xfrm>
              <a:prstGeom prst="rect">
                <a:avLst/>
              </a:prstGeom>
              <a:blipFill>
                <a:blip r:embed="rId4"/>
                <a:stretch>
                  <a:fillRect r="-2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7C5C22CA-5145-1017-3231-6BA2010F0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1455279"/>
                  </p:ext>
                </p:extLst>
              </p:nvPr>
            </p:nvGraphicFramePr>
            <p:xfrm>
              <a:off x="2106828" y="2337138"/>
              <a:ext cx="8127999" cy="5458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7816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03552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sup>
                                    </m:sSubSup>
                                  </m:e>
                                </m:func>
                                <m:sSup>
                                  <m:sSupPr>
                                    <m:ctrlP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lang="pt-BR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(13)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7C5C22CA-5145-1017-3231-6BA2010F0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1455279"/>
                  </p:ext>
                </p:extLst>
              </p:nvPr>
            </p:nvGraphicFramePr>
            <p:xfrm>
              <a:off x="2106828" y="2337138"/>
              <a:ext cx="8127999" cy="5458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7816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03552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45846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478" t="-1111" r="-10178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(13)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3C9F4AA8-B20B-FF76-EEA3-252E39DDEA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9580027"/>
                  </p:ext>
                </p:extLst>
              </p:nvPr>
            </p:nvGraphicFramePr>
            <p:xfrm>
              <a:off x="2026269" y="3555529"/>
              <a:ext cx="8208558" cy="5214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872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87703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7213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r>
                                  <a:rPr lang="pt-BR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800" b="0" i="0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r>
                                  <a:rPr lang="pt-BR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</m:e>
                                </m:d>
                                <m:func>
                                  <m:func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𝑠𝑠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r>
                                  <a:rPr lang="pt-BR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sz="1800" b="0" i="1" kern="12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(14)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3C9F4AA8-B20B-FF76-EEA3-252E39DDEA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9580027"/>
                  </p:ext>
                </p:extLst>
              </p:nvPr>
            </p:nvGraphicFramePr>
            <p:xfrm>
              <a:off x="2026269" y="3555529"/>
              <a:ext cx="8208558" cy="5214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872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87703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7213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21462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3465" t="-1163" r="-8168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(14)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B86413E0-6CFB-C6F6-6A92-292431E2B7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9139090"/>
                  </p:ext>
                </p:extLst>
              </p:nvPr>
            </p:nvGraphicFramePr>
            <p:xfrm>
              <a:off x="2110742" y="5279214"/>
              <a:ext cx="8127999" cy="5472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99051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20668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pt-BR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a:rPr lang="pt-BR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p>
                                  </m:e>
                                </m:d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(15)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B86413E0-6CFB-C6F6-6A92-292431E2B7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9139090"/>
                  </p:ext>
                </p:extLst>
              </p:nvPr>
            </p:nvGraphicFramePr>
            <p:xfrm>
              <a:off x="2110742" y="5279214"/>
              <a:ext cx="8127999" cy="5472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99051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20668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47243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2961" t="-2222" r="-10321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(15)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6528564-2EC6-8B3F-1D3C-732D5964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11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61C5C4E-70CB-82AA-300D-EE9D204E000C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Firmas</a:t>
            </a:r>
            <a:endParaRPr lang="pt-BR" sz="2800" i="1" noProof="0" dirty="0">
              <a:latin typeface="Gotham Light" pitchFamily="50" charset="0"/>
            </a:endParaRPr>
          </a:p>
        </p:txBody>
      </p:sp>
      <p:pic>
        <p:nvPicPr>
          <p:cNvPr id="10" name="Gráfico 9" descr="Fábrica contorno">
            <a:extLst>
              <a:ext uri="{FF2B5EF4-FFF2-40B4-BE49-F238E27FC236}">
                <a16:creationId xmlns:a16="http://schemas.microsoft.com/office/drawing/2014/main" id="{A8335855-2C74-6788-4D78-4BFD94D9A9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04602" y="568121"/>
            <a:ext cx="788400" cy="788400"/>
          </a:xfrm>
          <a:prstGeom prst="rect">
            <a:avLst/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9121B4F1-2D23-8CFB-0471-356640DD1636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</p:spTree>
    <p:extLst>
      <p:ext uri="{BB962C8B-B14F-4D97-AF65-F5344CB8AC3E}">
        <p14:creationId xmlns:p14="http://schemas.microsoft.com/office/powerpoint/2010/main" val="3906683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6DD32B08-5E7D-A192-C1F5-EB40CC3827C6}"/>
              </a:ext>
            </a:extLst>
          </p:cNvPr>
          <p:cNvSpPr txBox="1">
            <a:spLocks/>
          </p:cNvSpPr>
          <p:nvPr/>
        </p:nvSpPr>
        <p:spPr>
          <a:xfrm>
            <a:off x="1033320" y="1580386"/>
            <a:ext cx="10275016" cy="510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O problema de otimização da firma é dado pela maximização de seus lucros, sujeita à sua tecnologia de produção:</a:t>
            </a: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8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 externalidade gerada pelo capital público afeta a demanda ótima pelos fatores de produção: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Trabalho: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accent1">
                  <a:lumMod val="75000"/>
                </a:schemeClr>
              </a:solidFill>
              <a:latin typeface="Gotham Book" panose="02000604030000020004" pitchFamily="2" charset="0"/>
            </a:endParaRPr>
          </a:p>
          <a:p>
            <a:pPr lvl="1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accent1">
                  <a:lumMod val="75000"/>
                </a:schemeClr>
              </a:solidFill>
              <a:latin typeface="Gotham Book" panose="02000604030000020004" pitchFamily="2" charset="0"/>
            </a:endParaRPr>
          </a:p>
          <a:p>
            <a:pPr marL="571500" lvl="1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accent1">
                  <a:lumMod val="75000"/>
                </a:schemeClr>
              </a:solidFill>
              <a:latin typeface="Gotham Book" panose="02000604030000020004" pitchFamily="2" charset="0"/>
            </a:endParaRPr>
          </a:p>
          <a:p>
            <a:pPr lvl="1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Capital: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3C9F4AA8-B20B-FF76-EEA3-252E39DDEA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611390"/>
                  </p:ext>
                </p:extLst>
              </p:nvPr>
            </p:nvGraphicFramePr>
            <p:xfrm>
              <a:off x="3654772" y="3196821"/>
              <a:ext cx="7213524" cy="15405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57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637170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62325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1173824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pt-BR" b="0" i="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endParaRPr>
                        </a:p>
                        <a:p>
                          <a:pPr marL="11430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endParaRPr>
                        </a:p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:endParaRPr lang="pt-BR" b="0" noProof="0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(16)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3C9F4AA8-B20B-FF76-EEA3-252E39DDEA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611390"/>
                  </p:ext>
                </p:extLst>
              </p:nvPr>
            </p:nvGraphicFramePr>
            <p:xfrm>
              <a:off x="3654772" y="3196821"/>
              <a:ext cx="7213524" cy="15405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57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637170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62325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154051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537" t="-394" r="-10229" b="-15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(16)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417E303C-6CB6-6FE7-6971-C799F3B9B1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4076685"/>
                  </p:ext>
                </p:extLst>
              </p:nvPr>
            </p:nvGraphicFramePr>
            <p:xfrm>
              <a:off x="3654773" y="4765101"/>
              <a:ext cx="7213524" cy="15405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57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637170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62325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1173824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pt-BR" b="0" i="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endParaRPr>
                        </a:p>
                        <a:p>
                          <a:pPr marL="11430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endParaRPr>
                        </a:p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:endParaRPr lang="pt-BR" b="0" noProof="0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(17)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417E303C-6CB6-6FE7-6971-C799F3B9B1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4076685"/>
                  </p:ext>
                </p:extLst>
              </p:nvPr>
            </p:nvGraphicFramePr>
            <p:xfrm>
              <a:off x="3654773" y="4765101"/>
              <a:ext cx="7213524" cy="15405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57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637170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62325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154051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537" t="-394" r="-10229" b="-15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(17)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DDCAFE74-6846-2C79-107F-DED4C1D17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12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1CD743E-D834-F50D-1883-545C0E1943E3}"/>
                  </a:ext>
                </a:extLst>
              </p:cNvPr>
              <p:cNvSpPr txBox="1"/>
              <p:nvPr/>
            </p:nvSpPr>
            <p:spPr>
              <a:xfrm>
                <a:off x="3022674" y="2094690"/>
                <a:ext cx="6135188" cy="508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18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18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18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pt-BR" sz="18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18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pt-BR" sz="18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pt-BR" sz="18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pt-BR" sz="18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pt-BR" sz="18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pt-B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pt-B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pt-B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pt-B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p>
                              </m:sSubSup>
                              <m:r>
                                <a:rPr lang="pt-B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pt-B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pt-B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1CD743E-D834-F50D-1883-545C0E194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674" y="2094690"/>
                <a:ext cx="6135188" cy="5083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ítulo 1">
            <a:extLst>
              <a:ext uri="{FF2B5EF4-FFF2-40B4-BE49-F238E27FC236}">
                <a16:creationId xmlns:a16="http://schemas.microsoft.com/office/drawing/2014/main" id="{ECB9AA64-723A-A6BA-FB51-0F9C5CC349A3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Firmas</a:t>
            </a:r>
            <a:endParaRPr lang="pt-BR" sz="2800" i="1" noProof="0" dirty="0">
              <a:latin typeface="Gotham Light" pitchFamily="50" charset="0"/>
            </a:endParaRPr>
          </a:p>
        </p:txBody>
      </p:sp>
      <p:pic>
        <p:nvPicPr>
          <p:cNvPr id="17" name="Gráfico 16" descr="Fábrica contorno">
            <a:extLst>
              <a:ext uri="{FF2B5EF4-FFF2-40B4-BE49-F238E27FC236}">
                <a16:creationId xmlns:a16="http://schemas.microsoft.com/office/drawing/2014/main" id="{541F8F09-AD10-731C-42A5-96F6BCA6E0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04602" y="568121"/>
            <a:ext cx="788400" cy="78840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4F34B4E-4AB7-26AE-E7EB-80B5EC8ABD4A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</p:spTree>
    <p:extLst>
      <p:ext uri="{BB962C8B-B14F-4D97-AF65-F5344CB8AC3E}">
        <p14:creationId xmlns:p14="http://schemas.microsoft.com/office/powerpoint/2010/main" val="1396043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19C13-F657-F9EE-5BCE-09D0D51B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9E959D7-6FD9-3128-FEA5-26F9A5982E21}"/>
              </a:ext>
            </a:extLst>
          </p:cNvPr>
          <p:cNvSpPr/>
          <p:nvPr/>
        </p:nvSpPr>
        <p:spPr>
          <a:xfrm>
            <a:off x="616180" y="3584199"/>
            <a:ext cx="5819790" cy="284416"/>
          </a:xfrm>
          <a:custGeom>
            <a:avLst/>
            <a:gdLst>
              <a:gd name="csX0" fmla="*/ 0 w 5819790"/>
              <a:gd name="csY0" fmla="*/ 0 h 284416"/>
              <a:gd name="csX1" fmla="*/ 5819790 w 5819790"/>
              <a:gd name="csY1" fmla="*/ 0 h 284416"/>
              <a:gd name="csX2" fmla="*/ 5819790 w 5819790"/>
              <a:gd name="csY2" fmla="*/ 284416 h 284416"/>
              <a:gd name="csX3" fmla="*/ 0 w 5819790"/>
              <a:gd name="csY3" fmla="*/ 284416 h 284416"/>
              <a:gd name="csX4" fmla="*/ 0 w 5819790"/>
              <a:gd name="csY4" fmla="*/ 0 h 284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19790" h="284416" fill="none" extrusionOk="0">
                <a:moveTo>
                  <a:pt x="0" y="0"/>
                </a:moveTo>
                <a:cubicBezTo>
                  <a:pt x="1232431" y="-109183"/>
                  <a:pt x="4440344" y="-163229"/>
                  <a:pt x="5819790" y="0"/>
                </a:cubicBezTo>
                <a:cubicBezTo>
                  <a:pt x="5843725" y="72582"/>
                  <a:pt x="5831581" y="207059"/>
                  <a:pt x="5819790" y="284416"/>
                </a:cubicBezTo>
                <a:cubicBezTo>
                  <a:pt x="3236051" y="226808"/>
                  <a:pt x="2267995" y="409307"/>
                  <a:pt x="0" y="284416"/>
                </a:cubicBezTo>
                <a:cubicBezTo>
                  <a:pt x="25075" y="206248"/>
                  <a:pt x="-7672" y="77388"/>
                  <a:pt x="0" y="0"/>
                </a:cubicBezTo>
                <a:close/>
              </a:path>
              <a:path w="5819790" h="284416" stroke="0" extrusionOk="0">
                <a:moveTo>
                  <a:pt x="0" y="0"/>
                </a:moveTo>
                <a:cubicBezTo>
                  <a:pt x="2692537" y="-112441"/>
                  <a:pt x="3397393" y="65671"/>
                  <a:pt x="5819790" y="0"/>
                </a:cubicBezTo>
                <a:cubicBezTo>
                  <a:pt x="5799416" y="74964"/>
                  <a:pt x="5810349" y="154691"/>
                  <a:pt x="5819790" y="284416"/>
                </a:cubicBezTo>
                <a:cubicBezTo>
                  <a:pt x="3887299" y="312148"/>
                  <a:pt x="2878477" y="123481"/>
                  <a:pt x="0" y="284416"/>
                </a:cubicBezTo>
                <a:cubicBezTo>
                  <a:pt x="754" y="205051"/>
                  <a:pt x="-15455" y="55778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182535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2" name="Imagen 89">
            <a:extLst>
              <a:ext uri="{FF2B5EF4-FFF2-40B4-BE49-F238E27FC236}">
                <a16:creationId xmlns:a16="http://schemas.microsoft.com/office/drawing/2014/main" id="{E1B3CB4D-6D0C-B1B6-A2DE-E952B7A7D7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grpSp>
        <p:nvGrpSpPr>
          <p:cNvPr id="3" name="Grupo 83">
            <a:extLst>
              <a:ext uri="{FF2B5EF4-FFF2-40B4-BE49-F238E27FC236}">
                <a16:creationId xmlns:a16="http://schemas.microsoft.com/office/drawing/2014/main" id="{E240365C-6590-C508-A452-4111C71008E9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9" name="Rectángulo redondeado 1">
              <a:extLst>
                <a:ext uri="{FF2B5EF4-FFF2-40B4-BE49-F238E27FC236}">
                  <a16:creationId xmlns:a16="http://schemas.microsoft.com/office/drawing/2014/main" id="{1E2D6A6D-8054-0761-BD10-B477A2213875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CuadroTexto 85">
              <a:extLst>
                <a:ext uri="{FF2B5EF4-FFF2-40B4-BE49-F238E27FC236}">
                  <a16:creationId xmlns:a16="http://schemas.microsoft.com/office/drawing/2014/main" id="{AA014413-56B6-B9AD-2D6A-F40FD3EF53C7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614C3344-D31E-E141-D2B3-9548F1FCA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13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A0797F6-7997-277F-847F-5BAF7E3071CF}"/>
              </a:ext>
            </a:extLst>
          </p:cNvPr>
          <p:cNvSpPr txBox="1"/>
          <p:nvPr/>
        </p:nvSpPr>
        <p:spPr>
          <a:xfrm>
            <a:off x="200967" y="2932887"/>
            <a:ext cx="2549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3600" b="1" noProof="0" dirty="0">
                <a:solidFill>
                  <a:schemeClr val="accent1">
                    <a:lumMod val="75000"/>
                  </a:schemeClr>
                </a:solidFill>
                <a:latin typeface="Aptos Black" panose="020B0004020202020204" pitchFamily="34" charset="0"/>
                <a:ea typeface="+mj-ea"/>
                <a:cs typeface="Gotham Black" panose="020B0604020202020204" charset="0"/>
              </a:rPr>
              <a:t>Governo</a:t>
            </a:r>
          </a:p>
        </p:txBody>
      </p:sp>
    </p:spTree>
    <p:extLst>
      <p:ext uri="{BB962C8B-B14F-4D97-AF65-F5344CB8AC3E}">
        <p14:creationId xmlns:p14="http://schemas.microsoft.com/office/powerpoint/2010/main" val="113662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6DD32B08-5E7D-A192-C1F5-EB40CC3827C6}"/>
              </a:ext>
            </a:extLst>
          </p:cNvPr>
          <p:cNvSpPr txBox="1">
            <a:spLocks/>
          </p:cNvSpPr>
          <p:nvPr/>
        </p:nvSpPr>
        <p:spPr>
          <a:xfrm>
            <a:off x="1033320" y="1664593"/>
            <a:ext cx="10275016" cy="425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O governo recebe receitas dos impostos que arrecada e dos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Gotham Book"/>
              </a:rPr>
              <a:t>títulos que emite nos mercados nacional e internacional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. Esses recursos são utilizados para financiar seus gastos e pagar os juros sobre sua dívida: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 dívida bruta total do governo é composta pela dívida interna e pela dívida externa: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Condição de No-Ponzi: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7C5C22CA-5145-1017-3231-6BA2010F0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1307403"/>
                  </p:ext>
                </p:extLst>
              </p:nvPr>
            </p:nvGraphicFramePr>
            <p:xfrm>
              <a:off x="1254382" y="2603963"/>
              <a:ext cx="10442318" cy="5472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403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37181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5410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(18)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7C5C22CA-5145-1017-3231-6BA2010F0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1307403"/>
                  </p:ext>
                </p:extLst>
              </p:nvPr>
            </p:nvGraphicFramePr>
            <p:xfrm>
              <a:off x="1254382" y="2603963"/>
              <a:ext cx="10442318" cy="5472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403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37181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5410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47243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46" t="-1111" r="-8322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(18)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12D79DF7-057D-3E3B-728E-F69FAD12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14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17" name="Abrir llave 16">
            <a:extLst>
              <a:ext uri="{FF2B5EF4-FFF2-40B4-BE49-F238E27FC236}">
                <a16:creationId xmlns:a16="http://schemas.microsoft.com/office/drawing/2014/main" id="{256EBE45-170A-5424-6F28-4C28424E9404}"/>
              </a:ext>
            </a:extLst>
          </p:cNvPr>
          <p:cNvSpPr/>
          <p:nvPr/>
        </p:nvSpPr>
        <p:spPr>
          <a:xfrm rot="16200000">
            <a:off x="3755540" y="2328505"/>
            <a:ext cx="209752" cy="16454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CAC41C3-0F2F-2D02-1838-528F347DD90A}"/>
              </a:ext>
            </a:extLst>
          </p:cNvPr>
          <p:cNvSpPr txBox="1"/>
          <p:nvPr/>
        </p:nvSpPr>
        <p:spPr>
          <a:xfrm>
            <a:off x="2750073" y="3256082"/>
            <a:ext cx="2220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accent1">
                    <a:lumMod val="75000"/>
                  </a:schemeClr>
                </a:solidFill>
              </a:rPr>
              <a:t>Serviço de juros interno e externo</a:t>
            </a:r>
          </a:p>
        </p:txBody>
      </p:sp>
      <p:sp>
        <p:nvSpPr>
          <p:cNvPr id="20" name="Abrir llave 19">
            <a:extLst>
              <a:ext uri="{FF2B5EF4-FFF2-40B4-BE49-F238E27FC236}">
                <a16:creationId xmlns:a16="http://schemas.microsoft.com/office/drawing/2014/main" id="{BCB8A0E1-E403-4FDD-0298-2A4B1B4A7745}"/>
              </a:ext>
            </a:extLst>
          </p:cNvPr>
          <p:cNvSpPr/>
          <p:nvPr/>
        </p:nvSpPr>
        <p:spPr>
          <a:xfrm rot="16200000">
            <a:off x="9037068" y="2088985"/>
            <a:ext cx="295711" cy="214614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32D794C-9CAC-73F7-28A2-AA23433E899A}"/>
              </a:ext>
            </a:extLst>
          </p:cNvPr>
          <p:cNvSpPr txBox="1"/>
          <p:nvPr/>
        </p:nvSpPr>
        <p:spPr>
          <a:xfrm>
            <a:off x="8074580" y="3293452"/>
            <a:ext cx="2220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accent1">
                    <a:lumMod val="75000"/>
                  </a:schemeClr>
                </a:solidFill>
              </a:rPr>
              <a:t>Emissão de dívida interna e externa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9E353BA-23B3-77E7-8B46-F0DE122233DC}"/>
                  </a:ext>
                </a:extLst>
              </p:cNvPr>
              <p:cNvSpPr txBox="1"/>
              <p:nvPr/>
            </p:nvSpPr>
            <p:spPr>
              <a:xfrm>
                <a:off x="3101057" y="5380972"/>
                <a:ext cx="6139542" cy="469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180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180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1800" i="0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pt-BR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BR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pt-BR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s-CO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  <m:sup>
                              <m:r>
                                <a:rPr lang="es-CO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  <m:r>
                            <a:rPr lang="pt-BR" sz="18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func>
                    </m:oMath>
                  </m:oMathPara>
                </a14:m>
                <a:endParaRPr lang="pt-BR" noProof="0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9E353BA-23B3-77E7-8B46-F0DE12223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057" y="5380972"/>
                <a:ext cx="6139542" cy="469231"/>
              </a:xfrm>
              <a:prstGeom prst="rect">
                <a:avLst/>
              </a:prstGeom>
              <a:blipFill>
                <a:blip r:embed="rId5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5">
            <a:extLst>
              <a:ext uri="{FF2B5EF4-FFF2-40B4-BE49-F238E27FC236}">
                <a16:creationId xmlns:a16="http://schemas.microsoft.com/office/drawing/2014/main" id="{C04227B5-630D-D147-C5A4-43C96F323707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E208FD1-A744-75FB-5B41-D1A1388D2A72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Governo</a:t>
            </a:r>
            <a:b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i="1" noProof="0" dirty="0">
                <a:solidFill>
                  <a:schemeClr val="bg1">
                    <a:lumMod val="50000"/>
                  </a:schemeClr>
                </a:solidFill>
                <a:latin typeface="Gotham Light" pitchFamily="50" charset="0"/>
                <a:cs typeface="Arial" panose="020B0604020202020204" pitchFamily="34" charset="0"/>
              </a:rPr>
              <a:t>Política Fiscal</a:t>
            </a:r>
            <a:endParaRPr lang="pt-BR" sz="2800" i="1" noProof="0" dirty="0">
              <a:latin typeface="Gotham Light" pitchFamily="50" charset="0"/>
            </a:endParaRPr>
          </a:p>
        </p:txBody>
      </p:sp>
      <p:pic>
        <p:nvPicPr>
          <p:cNvPr id="16" name="Gráfico 15" descr="Templo griego contorno">
            <a:extLst>
              <a:ext uri="{FF2B5EF4-FFF2-40B4-BE49-F238E27FC236}">
                <a16:creationId xmlns:a16="http://schemas.microsoft.com/office/drawing/2014/main" id="{08A3BB20-51E0-DA08-767B-2078F48AD7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36684" y="518868"/>
            <a:ext cx="788400" cy="788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a 21">
                <a:extLst>
                  <a:ext uri="{FF2B5EF4-FFF2-40B4-BE49-F238E27FC236}">
                    <a16:creationId xmlns:a16="http://schemas.microsoft.com/office/drawing/2014/main" id="{AC654F32-2E2D-D1AC-B4F6-F22B81E04E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7603621"/>
                  </p:ext>
                </p:extLst>
              </p:nvPr>
            </p:nvGraphicFramePr>
            <p:xfrm>
              <a:off x="1254382" y="4477801"/>
              <a:ext cx="10442318" cy="5458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403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37181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5410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Sup>
                                      <m:sSubSupPr>
                                        <m:ctrlP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 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(19)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a 21">
                <a:extLst>
                  <a:ext uri="{FF2B5EF4-FFF2-40B4-BE49-F238E27FC236}">
                    <a16:creationId xmlns:a16="http://schemas.microsoft.com/office/drawing/2014/main" id="{AC654F32-2E2D-D1AC-B4F6-F22B81E04E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7603621"/>
                  </p:ext>
                </p:extLst>
              </p:nvPr>
            </p:nvGraphicFramePr>
            <p:xfrm>
              <a:off x="1254382" y="4477801"/>
              <a:ext cx="10442318" cy="5458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403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37181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5410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45846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8"/>
                          <a:stretch>
                            <a:fillRect l="-3446" t="-1099" r="-8322" b="-4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(19)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740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36D6B-D63C-29FC-996E-9C5DB6C88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D8D16C-22F4-21CD-3AF7-03140674927F}"/>
              </a:ext>
            </a:extLst>
          </p:cNvPr>
          <p:cNvSpPr txBox="1">
            <a:spLocks/>
          </p:cNvSpPr>
          <p:nvPr/>
        </p:nvSpPr>
        <p:spPr>
          <a:xfrm>
            <a:off x="909682" y="1642473"/>
            <a:ext cx="10275016" cy="510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As taxas de impostos são modeladas como processos exógenos do tipo AR(1).</a:t>
            </a:r>
          </a:p>
          <a:p>
            <a:pPr>
              <a:buClr>
                <a:schemeClr val="accent1">
                  <a:lumMod val="75000"/>
                </a:schemeClr>
              </a:buClr>
            </a:pP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O Imposto </a:t>
            </a:r>
            <a:r>
              <a:rPr lang="pt-BR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Lump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-Sum é ajustado para garantir a estabilidade da dívida.</a:t>
            </a:r>
          </a:p>
          <a:p>
            <a:pPr>
              <a:buClr>
                <a:schemeClr val="accent1">
                  <a:lumMod val="75000"/>
                </a:schemeClr>
              </a:buClr>
            </a:pP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O gasto corrente e o investimento público são assumidos como processos exógenos (instrumentos de política fiscal) e seguem as seguintes dinâmicas:</a:t>
            </a:r>
          </a:p>
          <a:p>
            <a:pPr>
              <a:buClr>
                <a:schemeClr val="accent1">
                  <a:lumMod val="75000"/>
                </a:schemeClr>
              </a:buClr>
            </a:pP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p:pic>
        <p:nvPicPr>
          <p:cNvPr id="6" name="Imagen 89">
            <a:extLst>
              <a:ext uri="{FF2B5EF4-FFF2-40B4-BE49-F238E27FC236}">
                <a16:creationId xmlns:a16="http://schemas.microsoft.com/office/drawing/2014/main" id="{31A569E7-38B9-AD3E-FFC6-AAD649BBBF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74FF59C0-1B98-2F6D-8E81-A6F8FD3163C0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C90D38BF-6D97-BE01-042B-4E0B2784BBC4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6911B7BE-A761-A4EE-5852-5C21037078CD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7D88BC15-4527-68A5-CE2F-EF6465BC3E08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a 17">
                <a:extLst>
                  <a:ext uri="{FF2B5EF4-FFF2-40B4-BE49-F238E27FC236}">
                    <a16:creationId xmlns:a16="http://schemas.microsoft.com/office/drawing/2014/main" id="{6A742D07-2F3D-34D1-3D36-C6B42A8100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9152516"/>
                  </p:ext>
                </p:extLst>
              </p:nvPr>
            </p:nvGraphicFramePr>
            <p:xfrm>
              <a:off x="401933" y="4906294"/>
              <a:ext cx="11290515" cy="5534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104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133051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536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𝑔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func>
                                <m:r>
                                  <a:rPr lang="pt-BR" sz="1800" b="0" i="1" kern="12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𝜌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𝑔</m:t>
                                        </m:r>
                                      </m:sup>
                                    </m:sSup>
                                  </m:sub>
                                </m:sSub>
                                <m:func>
                                  <m:func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−1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𝑔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func>
                                <m:r>
                                  <a:rPr lang="pt-BR" sz="1800" b="0" i="1" kern="12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𝑐</m:t>
                                            </m:r>
                                          </m:e>
                                          <m:sup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𝑔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</m:e>
                                </m:d>
                                <m:func>
                                  <m:func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𝑠𝑠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𝑔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func>
                                <m:r>
                                  <a:rPr lang="pt-BR" sz="1800" b="0" i="1" kern="12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𝑔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sz="1800" b="0" i="1" kern="1200" noProof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  <a:sym typeface="Calibri"/>
                            </a:rPr>
                            <a:t>(22)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a 17">
                <a:extLst>
                  <a:ext uri="{FF2B5EF4-FFF2-40B4-BE49-F238E27FC236}">
                    <a16:creationId xmlns:a16="http://schemas.microsoft.com/office/drawing/2014/main" id="{6A742D07-2F3D-34D1-3D36-C6B42A8100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9152516"/>
                  </p:ext>
                </p:extLst>
              </p:nvPr>
            </p:nvGraphicFramePr>
            <p:xfrm>
              <a:off x="401933" y="4906294"/>
              <a:ext cx="11290515" cy="5534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104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133051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536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53466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25" t="-1087" r="-8293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  <a:sym typeface="Calibri"/>
                            </a:rPr>
                            <a:t>(22)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B87FFB55-D532-83CB-3B57-D8FD3415A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15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6C54606E-F1B5-F4BD-5349-6CD89C74F8F9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Governo</a:t>
            </a:r>
            <a:b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i="1" noProof="0" dirty="0">
                <a:solidFill>
                  <a:schemeClr val="bg1">
                    <a:lumMod val="50000"/>
                  </a:schemeClr>
                </a:solidFill>
                <a:latin typeface="Gotham Light" pitchFamily="50" charset="0"/>
                <a:cs typeface="Arial" panose="020B0604020202020204" pitchFamily="34" charset="0"/>
              </a:rPr>
              <a:t>Política Fiscal</a:t>
            </a:r>
            <a:endParaRPr lang="pt-BR" sz="2800" i="1" noProof="0" dirty="0">
              <a:latin typeface="Gotham Light" pitchFamily="50" charset="0"/>
            </a:endParaRPr>
          </a:p>
        </p:txBody>
      </p:sp>
      <p:pic>
        <p:nvPicPr>
          <p:cNvPr id="15" name="Gráfico 14" descr="Templo griego contorno">
            <a:extLst>
              <a:ext uri="{FF2B5EF4-FFF2-40B4-BE49-F238E27FC236}">
                <a16:creationId xmlns:a16="http://schemas.microsoft.com/office/drawing/2014/main" id="{C8077561-8ADF-F81C-23FA-EFA84E0FED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36684" y="518868"/>
            <a:ext cx="788400" cy="788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3DD65F65-E04A-159A-0C62-EB6D56C25C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3004533"/>
                  </p:ext>
                </p:extLst>
              </p:nvPr>
            </p:nvGraphicFramePr>
            <p:xfrm>
              <a:off x="401931" y="5609747"/>
              <a:ext cx="11290515" cy="5534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104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133053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5358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𝑔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func>
                                <m:r>
                                  <a:rPr lang="pt-BR" sz="1800" b="0" i="1" kern="12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𝜌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𝑔</m:t>
                                        </m:r>
                                      </m:sup>
                                    </m:sSup>
                                  </m:sub>
                                </m:sSub>
                                <m:func>
                                  <m:func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−1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𝑔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func>
                                <m:r>
                                  <a:rPr lang="pt-BR" sz="1800" b="0" i="1" kern="12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𝑔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</m:e>
                                </m:d>
                                <m:func>
                                  <m:func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𝑠𝑠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800" b="0" i="1" kern="1200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𝑔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func>
                                <m:r>
                                  <a:rPr lang="pt-BR" sz="1800" b="0" i="1" kern="12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sz="1800" b="0" i="1" kern="1200" noProof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  <a:sym typeface="Calibri"/>
                            </a:rPr>
                            <a:t>(23)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3DD65F65-E04A-159A-0C62-EB6D56C25C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3004533"/>
                  </p:ext>
                </p:extLst>
              </p:nvPr>
            </p:nvGraphicFramePr>
            <p:xfrm>
              <a:off x="401931" y="5609747"/>
              <a:ext cx="11290515" cy="5534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104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133053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5358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53466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3425" t="-1087" r="-8293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  <a:sym typeface="Calibri"/>
                            </a:rPr>
                            <a:t>(23)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7A3AC9EF-6285-C6D1-C5E0-F5F93D2E8D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1709149"/>
                  </p:ext>
                </p:extLst>
              </p:nvPr>
            </p:nvGraphicFramePr>
            <p:xfrm>
              <a:off x="401934" y="2216235"/>
              <a:ext cx="11290514" cy="4331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102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133052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536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ctr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p>
                              </m:sSubSup>
                              <m:r>
                                <a:rPr lang="pt-BR" sz="1800" b="0" i="1" kern="1200" noProof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𝜌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pt-BR" sz="1800" b="0" i="1" kern="1200" noProof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1800" b="0" i="1" kern="1200" noProof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𝜏</m:t>
                                      </m:r>
                                    </m:e>
                                    <m:sup>
                                      <m:r>
                                        <a:rPr lang="pt-BR" sz="1800" b="0" i="1" kern="1200" noProof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p>
                                  </m:sSup>
                                </m:sub>
                              </m:sSub>
                              <m:sSubSup>
                                <m:sSubSupPr>
                                  <m:ctrlP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p>
                              </m:sSubSup>
                              <m:r>
                                <a:rPr lang="pt-BR" sz="1800" b="0" i="1" kern="1200" noProof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pt-BR" sz="1800" b="0" i="1" kern="1200" noProof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b="0" i="1" kern="1200" noProof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pt-BR" sz="1800" b="0" i="1" kern="1200" noProof="0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1800" b="0" i="1" kern="1200" noProof="0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𝜏</m:t>
                                          </m:r>
                                        </m:e>
                                        <m:sup>
                                          <m:r>
                                            <a:rPr lang="pt-BR" sz="1800" b="0" i="1" kern="1200" noProof="0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𝑗</m:t>
                                          </m:r>
                                        </m:sup>
                                      </m:sSup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𝑠𝑠</m:t>
                                  </m:r>
                                </m:sub>
                                <m:sup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p>
                              </m:sSubSup>
                              <m:r>
                                <a:rPr lang="pt-BR" sz="1800" b="0" i="1" kern="1200" noProof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pt-BR" sz="1800" b="0" i="1" kern="1200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p>
                              </m:sSubSup>
                            </m:oMath>
                          </a14:m>
                          <a:r>
                            <a:rPr lang="pt-BR" b="0" noProof="0" dirty="0">
                              <a:solidFill>
                                <a:schemeClr val="tx1"/>
                              </a:solidFill>
                            </a:rPr>
                            <a:t> , </a:t>
                          </a:r>
                          <a14:m>
                            <m:oMath xmlns:m="http://schemas.openxmlformats.org/officeDocument/2006/math">
                              <m:r>
                                <a:rPr lang="pt-BR" sz="1800" b="0" i="0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={</m:t>
                              </m:r>
                              <m:r>
                                <a:rPr lang="pt-BR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pt-BR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pt-BR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18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r>
                            <a:rPr lang="pt-BR" sz="180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</a:rPr>
                            <a:t> </a:t>
                          </a:r>
                          <a:endParaRPr lang="pt-BR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  <a:sym typeface="Calibri"/>
                            </a:rPr>
                            <a:t>(20)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7A3AC9EF-6285-C6D1-C5E0-F5F93D2E8D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1709149"/>
                  </p:ext>
                </p:extLst>
              </p:nvPr>
            </p:nvGraphicFramePr>
            <p:xfrm>
              <a:off x="401934" y="2216235"/>
              <a:ext cx="11290514" cy="4331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102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133052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536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433197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8"/>
                          <a:stretch>
                            <a:fillRect l="-3425" t="-1389" r="-8293" b="-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  <a:sym typeface="Calibri"/>
                            </a:rPr>
                            <a:t>(20)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a 8">
                <a:extLst>
                  <a:ext uri="{FF2B5EF4-FFF2-40B4-BE49-F238E27FC236}">
                    <a16:creationId xmlns:a16="http://schemas.microsoft.com/office/drawing/2014/main" id="{28C06624-2B0C-ECDE-142A-BC65ABCFE8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7229866"/>
                  </p:ext>
                </p:extLst>
              </p:nvPr>
            </p:nvGraphicFramePr>
            <p:xfrm>
              <a:off x="401934" y="3232772"/>
              <a:ext cx="11290514" cy="8601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102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133052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536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ctr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kern="1200" noProof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  <m: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pt-BR" sz="1800" b="0" i="1" kern="1200" noProof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𝑠𝑠</m:t>
                                    </m:r>
                                  </m:sub>
                                </m:sSub>
                                <m:r>
                                  <a:rPr lang="es-ES" sz="1800" b="0" i="1" kern="1200" noProof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s-ES" sz="18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ES" sz="18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𝑏</m:t>
                                        </m:r>
                                      </m:num>
                                      <m:den>
                                        <m:r>
                                          <a:rPr lang="es-ES" sz="18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  <m:r>
                                      <a:rPr lang="es-ES" sz="18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ES" sz="18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s-ES" sz="1800" b="0" i="1" kern="1200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800" b="0" i="1" kern="1200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s-ES" sz="1800" b="0" i="1" kern="1200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  <a:sym typeface="Calibri"/>
                            </a:rPr>
                            <a:t>(21)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a 8">
                <a:extLst>
                  <a:ext uri="{FF2B5EF4-FFF2-40B4-BE49-F238E27FC236}">
                    <a16:creationId xmlns:a16="http://schemas.microsoft.com/office/drawing/2014/main" id="{28C06624-2B0C-ECDE-142A-BC65ABCFE8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7229866"/>
                  </p:ext>
                </p:extLst>
              </p:nvPr>
            </p:nvGraphicFramePr>
            <p:xfrm>
              <a:off x="401934" y="3232772"/>
              <a:ext cx="11290514" cy="8601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102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133052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536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860171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9"/>
                          <a:stretch>
                            <a:fillRect l="-3425" t="-704" r="-8293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  <a:sym typeface="Calibri"/>
                            </a:rPr>
                            <a:t>(21)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5">
            <a:extLst>
              <a:ext uri="{FF2B5EF4-FFF2-40B4-BE49-F238E27FC236}">
                <a16:creationId xmlns:a16="http://schemas.microsoft.com/office/drawing/2014/main" id="{15D606C5-60BA-7D36-5883-F131D95B447A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</p:spTree>
    <p:extLst>
      <p:ext uri="{BB962C8B-B14F-4D97-AF65-F5344CB8AC3E}">
        <p14:creationId xmlns:p14="http://schemas.microsoft.com/office/powerpoint/2010/main" val="40951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425AD-72F9-753A-6824-A3B9CD67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89">
            <a:extLst>
              <a:ext uri="{FF2B5EF4-FFF2-40B4-BE49-F238E27FC236}">
                <a16:creationId xmlns:a16="http://schemas.microsoft.com/office/drawing/2014/main" id="{A9336072-4DCE-5A53-2FE9-B9D4E68EA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grpSp>
        <p:nvGrpSpPr>
          <p:cNvPr id="6" name="Grupo 83">
            <a:extLst>
              <a:ext uri="{FF2B5EF4-FFF2-40B4-BE49-F238E27FC236}">
                <a16:creationId xmlns:a16="http://schemas.microsoft.com/office/drawing/2014/main" id="{B622EF21-DC35-8FAB-23B0-4E76CB501AF3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7" name="Rectángulo redondeado 1">
              <a:extLst>
                <a:ext uri="{FF2B5EF4-FFF2-40B4-BE49-F238E27FC236}">
                  <a16:creationId xmlns:a16="http://schemas.microsoft.com/office/drawing/2014/main" id="{B5CE7579-1354-B582-4DAF-F658F0061E0C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CuadroTexto 85">
              <a:extLst>
                <a:ext uri="{FF2B5EF4-FFF2-40B4-BE49-F238E27FC236}">
                  <a16:creationId xmlns:a16="http://schemas.microsoft.com/office/drawing/2014/main" id="{1C36BEC5-84AD-4E43-115F-CC6FC1B838FB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FB6EABF-5919-8511-732D-F1D8615E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89597"/>
            <a:ext cx="321383" cy="226438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900" noProof="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ctr"/>
              <a:t>16</a:t>
            </a:fld>
            <a:endParaRPr lang="pt-BR" sz="900" noProof="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F44CE258-C83D-1D84-A247-8D060B413DE7}"/>
              </a:ext>
            </a:extLst>
          </p:cNvPr>
          <p:cNvSpPr/>
          <p:nvPr/>
        </p:nvSpPr>
        <p:spPr>
          <a:xfrm>
            <a:off x="616179" y="3584199"/>
            <a:ext cx="7653761" cy="288554"/>
          </a:xfrm>
          <a:custGeom>
            <a:avLst/>
            <a:gdLst>
              <a:gd name="csX0" fmla="*/ 0 w 7653761"/>
              <a:gd name="csY0" fmla="*/ 0 h 288554"/>
              <a:gd name="csX1" fmla="*/ 7653761 w 7653761"/>
              <a:gd name="csY1" fmla="*/ 0 h 288554"/>
              <a:gd name="csX2" fmla="*/ 7653761 w 7653761"/>
              <a:gd name="csY2" fmla="*/ 288554 h 288554"/>
              <a:gd name="csX3" fmla="*/ 0 w 7653761"/>
              <a:gd name="csY3" fmla="*/ 288554 h 288554"/>
              <a:gd name="csX4" fmla="*/ 0 w 7653761"/>
              <a:gd name="csY4" fmla="*/ 0 h 28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53761" h="288554" fill="none" extrusionOk="0">
                <a:moveTo>
                  <a:pt x="0" y="0"/>
                </a:moveTo>
                <a:cubicBezTo>
                  <a:pt x="3732562" y="-109183"/>
                  <a:pt x="5140890" y="-163229"/>
                  <a:pt x="7653761" y="0"/>
                </a:cubicBezTo>
                <a:cubicBezTo>
                  <a:pt x="7666113" y="48497"/>
                  <a:pt x="7650965" y="258452"/>
                  <a:pt x="7653761" y="288554"/>
                </a:cubicBezTo>
                <a:cubicBezTo>
                  <a:pt x="4280717" y="230946"/>
                  <a:pt x="1649825" y="413445"/>
                  <a:pt x="0" y="288554"/>
                </a:cubicBezTo>
                <a:cubicBezTo>
                  <a:pt x="-19943" y="195298"/>
                  <a:pt x="-17916" y="47572"/>
                  <a:pt x="0" y="0"/>
                </a:cubicBezTo>
                <a:close/>
              </a:path>
              <a:path w="7653761" h="288554" stroke="0" extrusionOk="0">
                <a:moveTo>
                  <a:pt x="0" y="0"/>
                </a:moveTo>
                <a:cubicBezTo>
                  <a:pt x="3793998" y="-112441"/>
                  <a:pt x="5272420" y="65671"/>
                  <a:pt x="7653761" y="0"/>
                </a:cubicBezTo>
                <a:cubicBezTo>
                  <a:pt x="7650708" y="132535"/>
                  <a:pt x="7645412" y="148919"/>
                  <a:pt x="7653761" y="288554"/>
                </a:cubicBezTo>
                <a:cubicBezTo>
                  <a:pt x="4179444" y="316286"/>
                  <a:pt x="1429946" y="127619"/>
                  <a:pt x="0" y="288554"/>
                </a:cubicBezTo>
                <a:cubicBezTo>
                  <a:pt x="-17690" y="224996"/>
                  <a:pt x="-17457" y="108719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182535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406275F-5B63-5A1E-D2CA-6839353A9F18}"/>
              </a:ext>
            </a:extLst>
          </p:cNvPr>
          <p:cNvSpPr txBox="1"/>
          <p:nvPr/>
        </p:nvSpPr>
        <p:spPr>
          <a:xfrm>
            <a:off x="81980" y="2937024"/>
            <a:ext cx="4069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3600" b="1" noProof="0" dirty="0">
                <a:solidFill>
                  <a:schemeClr val="accent1">
                    <a:lumMod val="75000"/>
                  </a:schemeClr>
                </a:solidFill>
                <a:latin typeface="Aptos Black" panose="020B0004020202020204" pitchFamily="34" charset="0"/>
                <a:ea typeface="+mj-ea"/>
                <a:cs typeface="Gotham Black" panose="020B0604020202020204" charset="0"/>
              </a:rPr>
              <a:t>Setor externo</a:t>
            </a:r>
          </a:p>
        </p:txBody>
      </p:sp>
    </p:spTree>
    <p:extLst>
      <p:ext uri="{BB962C8B-B14F-4D97-AF65-F5344CB8AC3E}">
        <p14:creationId xmlns:p14="http://schemas.microsoft.com/office/powerpoint/2010/main" val="989878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8492" y="1557178"/>
                <a:ext cx="10275016" cy="37141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3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Em equilíbrio, a </a:t>
                </a:r>
                <a:r>
                  <a:rPr lang="pt-BR" sz="1600" b="1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30000020004" pitchFamily="2" charset="0"/>
                  </a:rPr>
                  <a:t>condição de não arbitragem 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assegura a paridade entre os juros domésticos e internacionais: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Dada a característica de pequena economia aberta, o país atua como tomador de preços, sendo a taxa de juros doméstica determinada </a:t>
                </a:r>
                <a:r>
                  <a:rPr lang="pt-BR" sz="16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exogenamente</a:t>
                </a: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pelo cenário internacional e pelo prêmio de risco.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 </a:t>
                </a:r>
                <a:r>
                  <a:rPr lang="pt-BR" sz="1600" b="1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30000020004" pitchFamily="2" charset="0"/>
                  </a:rPr>
                  <a:t>taxa de juros da dívida externa é igual à taxa de juros livre de risco internacional 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pt-BR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pt-BR" sz="18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acrescida de um prêmio de risco-país.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O parâmetro</a:t>
                </a:r>
                <a14:m>
                  <m:oMath xmlns:m="http://schemas.openxmlformats.org/officeDocument/2006/math">
                    <m:r>
                      <a:rPr lang="pt-BR" sz="1600" b="0" i="0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pt-BR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define a elasticidade-dívida da taxa de juros, capturando a sensibilidade do prêmio de risco-país em relação ao nível de endividamento externo: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600" i="1" noProof="0" smtClean="0">
                            <a:solidFill>
                              <a:srgbClr val="E4059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sz="1600" b="0" i="1" noProof="0" smtClean="0">
                            <a:solidFill>
                              <a:srgbClr val="E4059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1600" i="1" noProof="0" smtClean="0">
                            <a:solidFill>
                              <a:srgbClr val="E4059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pt-BR" sz="1600" i="1" noProof="0" smtClean="0">
                            <a:solidFill>
                              <a:srgbClr val="E4059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pt-BR" sz="1600" i="1" noProof="0" smtClean="0">
                        <a:solidFill>
                          <a:srgbClr val="E4059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pt-BR" sz="1600" i="1" noProof="0" smtClean="0">
                            <a:solidFill>
                              <a:srgbClr val="E4059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600" i="1" noProof="0" smtClean="0">
                            <a:solidFill>
                              <a:srgbClr val="E4059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1600" i="1" noProof="0" smtClean="0">
                            <a:solidFill>
                              <a:srgbClr val="E4059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s-CO" sz="1600" b="0" i="1" noProof="0" smtClean="0">
                            <a:solidFill>
                              <a:srgbClr val="E4059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sz="1600" i="1" noProof="0" smtClean="0">
                            <a:solidFill>
                              <a:srgbClr val="E4059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pt-BR" sz="1600" i="1" noProof="0" smtClean="0">
                        <a:solidFill>
                          <a:srgbClr val="E4059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pt-BR" sz="1600" i="1" noProof="0" smtClean="0">
                            <a:solidFill>
                              <a:srgbClr val="E4059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sz="1600" b="0" i="1" noProof="0" smtClean="0">
                            <a:solidFill>
                              <a:srgbClr val="E4059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1600" i="1" noProof="0" smtClean="0">
                            <a:solidFill>
                              <a:srgbClr val="E4059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s-CO" sz="1600" b="0" i="1" noProof="0" smtClean="0">
                            <a:solidFill>
                              <a:srgbClr val="E4059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600" i="1" noProof="0" smtClean="0">
                            <a:solidFill>
                              <a:srgbClr val="E4059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.     </a:t>
                </a: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</p:txBody>
          </p:sp>
        </mc:Choice>
        <mc:Fallback xmlns="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92" y="1557178"/>
                <a:ext cx="10275016" cy="3714178"/>
              </a:xfrm>
              <a:prstGeom prst="rect">
                <a:avLst/>
              </a:prstGeom>
              <a:blipFill>
                <a:blip r:embed="rId4"/>
                <a:stretch>
                  <a:fillRect t="-984" r="-297" b="-278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6F1F7E73-419E-4484-E453-70F83258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17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B79944CD-1C5F-2CD9-42D0-8BA33BAB6D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7504221"/>
                  </p:ext>
                </p:extLst>
              </p:nvPr>
            </p:nvGraphicFramePr>
            <p:xfrm>
              <a:off x="1615292" y="2143839"/>
              <a:ext cx="10083222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5523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049526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28173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s-CO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s-CO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s-CO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(24)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B79944CD-1C5F-2CD9-42D0-8BA33BAB6D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7504221"/>
                  </p:ext>
                </p:extLst>
              </p:nvPr>
            </p:nvGraphicFramePr>
            <p:xfrm>
              <a:off x="1615292" y="2143839"/>
              <a:ext cx="10083222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5523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049526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28173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432" t="-1163" r="-8345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(24)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a 9">
                <a:extLst>
                  <a:ext uri="{FF2B5EF4-FFF2-40B4-BE49-F238E27FC236}">
                    <a16:creationId xmlns:a16="http://schemas.microsoft.com/office/drawing/2014/main" id="{7113214B-ED20-CA2F-68FE-774793A310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2398011"/>
                  </p:ext>
                </p:extLst>
              </p:nvPr>
            </p:nvGraphicFramePr>
            <p:xfrm>
              <a:off x="1508062" y="4108328"/>
              <a:ext cx="10190452" cy="8601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8772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14576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3591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pt-BR" sz="1800" b="0" i="0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pt-BR" sz="1800" b="0" i="1" noProof="0" smtClean="0">
                                                <a:solidFill>
                                                  <a:srgbClr val="E4059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Sup>
                                                  <m:sSubSupPr>
                                                    <m:ctrlPr>
                                                      <a:rPr lang="pt-BR" sz="18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s-CO" sz="18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𝑑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∗</m:t>
                                                    </m:r>
                                                  </m:sup>
                                                </m:sSubSup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num>
                                              <m:den>
                                                <m:sSub>
                                                  <m:sSubPr>
                                                    <m:ctrlPr>
                                                      <a:rPr lang="pt-BR" sz="18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sub>
                                                </m:sSub>
                                              </m:den>
                                            </m:f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rgbClr val="E4059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f>
                                              <m:f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rgbClr val="E4059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Sup>
                                                  <m:sSubSupPr>
                                                    <m:ctrlPr>
                                                      <a:rPr lang="pt-BR" sz="18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s-CO" sz="18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𝑑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𝑠𝑠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∗</m:t>
                                                    </m:r>
                                                  </m:sup>
                                                </m:sSubSup>
                                              </m:num>
                                              <m:den>
                                                <m:sSub>
                                                  <m:sSubPr>
                                                    <m:ctrlPr>
                                                      <a:rPr lang="pt-BR" sz="18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rgbClr val="E4059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𝑠𝑠</m:t>
                                                    </m:r>
                                                  </m:sub>
                                                </m:sSub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(25)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a 9">
                <a:extLst>
                  <a:ext uri="{FF2B5EF4-FFF2-40B4-BE49-F238E27FC236}">
                    <a16:creationId xmlns:a16="http://schemas.microsoft.com/office/drawing/2014/main" id="{7113214B-ED20-CA2F-68FE-774793A310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2398011"/>
                  </p:ext>
                </p:extLst>
              </p:nvPr>
            </p:nvGraphicFramePr>
            <p:xfrm>
              <a:off x="1508062" y="4108328"/>
              <a:ext cx="10190452" cy="8601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8772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914576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3591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860171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3464" t="-699" r="-8328" b="-2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(25)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Abrir llave 15">
            <a:extLst>
              <a:ext uri="{FF2B5EF4-FFF2-40B4-BE49-F238E27FC236}">
                <a16:creationId xmlns:a16="http://schemas.microsoft.com/office/drawing/2014/main" id="{EB3B174F-3628-73D6-1891-4D4BA2C55D09}"/>
              </a:ext>
            </a:extLst>
          </p:cNvPr>
          <p:cNvSpPr/>
          <p:nvPr/>
        </p:nvSpPr>
        <p:spPr>
          <a:xfrm rot="16200000">
            <a:off x="6819217" y="3768458"/>
            <a:ext cx="268589" cy="2562250"/>
          </a:xfrm>
          <a:prstGeom prst="leftBrac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EA680D5-2D4B-6A30-7C64-BCCB6B6AD60A}"/>
              </a:ext>
            </a:extLst>
          </p:cNvPr>
          <p:cNvSpPr txBox="1"/>
          <p:nvPr/>
        </p:nvSpPr>
        <p:spPr>
          <a:xfrm>
            <a:off x="4930083" y="5183878"/>
            <a:ext cx="3940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0070C0"/>
                </a:solidFill>
                <a:latin typeface="Gotham Book" panose="02000604040000020004" pitchFamily="50" charset="0"/>
              </a:rPr>
              <a:t>P</a:t>
            </a:r>
            <a:r>
              <a:rPr lang="pt-BR" sz="1400" noProof="0" dirty="0" err="1">
                <a:solidFill>
                  <a:srgbClr val="0070C0"/>
                </a:solidFill>
                <a:latin typeface="Gotham Book" panose="02000604040000020004" pitchFamily="50" charset="0"/>
              </a:rPr>
              <a:t>rêmio</a:t>
            </a:r>
            <a:r>
              <a:rPr lang="pt-BR" sz="1400" noProof="0" dirty="0">
                <a:solidFill>
                  <a:srgbClr val="0070C0"/>
                </a:solidFill>
                <a:latin typeface="Gotham Book" panose="02000604040000020004" pitchFamily="50" charset="0"/>
              </a:rPr>
              <a:t> de risco-país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8FFB4DA-69CA-C68D-A8E9-F26C0185392C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A76CB38-C2F3-8CA4-D50E-3766BE33E53D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Setor externo</a:t>
            </a:r>
            <a:endParaRPr lang="pt-BR" sz="2800" i="1" noProof="0" dirty="0">
              <a:latin typeface="Gotham Light" pitchFamily="50" charset="0"/>
            </a:endParaRPr>
          </a:p>
        </p:txBody>
      </p:sp>
      <p:pic>
        <p:nvPicPr>
          <p:cNvPr id="18" name="object 11">
            <a:extLst>
              <a:ext uri="{FF2B5EF4-FFF2-40B4-BE49-F238E27FC236}">
                <a16:creationId xmlns:a16="http://schemas.microsoft.com/office/drawing/2014/main" id="{197FFC25-C7CF-F767-B9AF-8E48280E10BB}"/>
              </a:ext>
            </a:extLst>
          </p:cNvPr>
          <p:cNvPicPr/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26074" y="772689"/>
            <a:ext cx="607046" cy="5641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160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6DD32B08-5E7D-A192-C1F5-EB40CC3827C6}"/>
              </a:ext>
            </a:extLst>
          </p:cNvPr>
          <p:cNvSpPr txBox="1">
            <a:spLocks/>
          </p:cNvSpPr>
          <p:nvPr/>
        </p:nvSpPr>
        <p:spPr>
          <a:xfrm>
            <a:off x="833175" y="2677125"/>
            <a:ext cx="10275016" cy="55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O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fechamento macroeconômico 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em economia aberta estabelece a identidade entre o excesso de absorção doméstica e a variação do endividamento externo: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dirty="0"/>
              <a:t>Esta condição permite que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os fluxos financeiros externos financiem eventuais déficits comerciais</a:t>
            </a:r>
            <a:r>
              <a:rPr lang="pt-BR" sz="1600" dirty="0"/>
              <a:t>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O saldo da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conta corrente 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é financiado pela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conta financeira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, refletindo a variação líquida dos ativos e passivos externos.</a:t>
            </a: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  </a:t>
            </a: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7C5C22CA-5145-1017-3231-6BA2010F0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1940740"/>
                  </p:ext>
                </p:extLst>
              </p:nvPr>
            </p:nvGraphicFramePr>
            <p:xfrm>
              <a:off x="396908" y="3326986"/>
              <a:ext cx="11286366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1978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12932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506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s-CO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s-CO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s-CO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b="0" i="0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Sup>
                                      <m:sSubSupPr>
                                        <m:ctrlP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  <m:sup>
                                        <m: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b="0" i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(27)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7C5C22CA-5145-1017-3231-6BA2010F0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1940740"/>
                  </p:ext>
                </p:extLst>
              </p:nvPr>
            </p:nvGraphicFramePr>
            <p:xfrm>
              <a:off x="396908" y="3326986"/>
              <a:ext cx="11286366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1978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12932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506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30" t="-1163" r="-8303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(27)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6F1F7E73-419E-4484-E453-70F83258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18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9" name="Abrir llave 8">
            <a:extLst>
              <a:ext uri="{FF2B5EF4-FFF2-40B4-BE49-F238E27FC236}">
                <a16:creationId xmlns:a16="http://schemas.microsoft.com/office/drawing/2014/main" id="{D03ABCEA-F883-C337-D838-5E3B247FE9E9}"/>
              </a:ext>
            </a:extLst>
          </p:cNvPr>
          <p:cNvSpPr/>
          <p:nvPr/>
        </p:nvSpPr>
        <p:spPr>
          <a:xfrm rot="16200000">
            <a:off x="6618647" y="2921671"/>
            <a:ext cx="213304" cy="183502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0D169BC-2F34-175A-C399-1548595CED93}"/>
              </a:ext>
            </a:extLst>
          </p:cNvPr>
          <p:cNvSpPr txBox="1"/>
          <p:nvPr/>
        </p:nvSpPr>
        <p:spPr>
          <a:xfrm>
            <a:off x="5807787" y="3941541"/>
            <a:ext cx="1835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chemeClr val="accent1">
                    <a:lumMod val="75000"/>
                  </a:schemeClr>
                </a:solidFill>
              </a:rPr>
              <a:t>Abertura externa</a:t>
            </a:r>
            <a:endParaRPr lang="pt-BR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9ED14BA0-C7E4-9349-5651-0D49DBE194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1071048"/>
                  </p:ext>
                </p:extLst>
              </p:nvPr>
            </p:nvGraphicFramePr>
            <p:xfrm>
              <a:off x="407346" y="5637235"/>
              <a:ext cx="11286366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1978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12932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506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800" b="0" i="1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0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b="0" i="1" noProof="0" dirty="0">
                            <a:solidFill>
                              <a:srgbClr val="E4059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(28)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9ED14BA0-C7E4-9349-5651-0D49DBE194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1071048"/>
                  </p:ext>
                </p:extLst>
              </p:nvPr>
            </p:nvGraphicFramePr>
            <p:xfrm>
              <a:off x="407346" y="5637235"/>
              <a:ext cx="11286366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1978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12932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506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428" t="-1163" r="-8298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(28)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a 16">
                <a:extLst>
                  <a:ext uri="{FF2B5EF4-FFF2-40B4-BE49-F238E27FC236}">
                    <a16:creationId xmlns:a16="http://schemas.microsoft.com/office/drawing/2014/main" id="{F1410CEF-943C-2610-4485-7084CF574A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1191376"/>
                  </p:ext>
                </p:extLst>
              </p:nvPr>
            </p:nvGraphicFramePr>
            <p:xfrm>
              <a:off x="396908" y="2103386"/>
              <a:ext cx="11286365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19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129327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5059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22695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sSubSup>
                                  <m:sSubSupPr>
                                    <m:ctrlP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p>
                                        <m:r>
                                          <a:rPr lang="pt-BR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</m:d>
                                <m:sSubSup>
                                  <m:sSubSupPr>
                                    <m:ctrlP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pt-BR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𝑠𝑠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(26)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a 16">
                <a:extLst>
                  <a:ext uri="{FF2B5EF4-FFF2-40B4-BE49-F238E27FC236}">
                    <a16:creationId xmlns:a16="http://schemas.microsoft.com/office/drawing/2014/main" id="{F1410CEF-943C-2610-4485-7084CF574A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1191376"/>
                  </p:ext>
                </p:extLst>
              </p:nvPr>
            </p:nvGraphicFramePr>
            <p:xfrm>
              <a:off x="396908" y="2103386"/>
              <a:ext cx="11286365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19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129327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15059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3430" t="-1163" r="-8303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(26)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id="{B5E7EBE9-A793-CA38-CC06-ACBB94D029A6}"/>
              </a:ext>
            </a:extLst>
          </p:cNvPr>
          <p:cNvSpPr txBox="1"/>
          <p:nvPr/>
        </p:nvSpPr>
        <p:spPr>
          <a:xfrm>
            <a:off x="843464" y="1626214"/>
            <a:ext cx="10275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  <a:ea typeface="Calibri"/>
                <a:cs typeface="Calibri"/>
                <a:sym typeface="Calibri"/>
              </a:rPr>
              <a:t>taxa de juros internacional livre de risco </a:t>
            </a:r>
            <a:r>
              <a:rPr lang="pt-BR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é modelada como um processo estocástico autorregressivo</a:t>
            </a:r>
            <a:r>
              <a:rPr lang="pt-BR" sz="1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: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D50B56E-B9BF-6390-B48B-B66C108DDD3C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7EC294C-18CD-8B72-53BF-B70F77BBEF35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Setor externo</a:t>
            </a:r>
            <a:endParaRPr lang="pt-BR" sz="2800" i="1" noProof="0" dirty="0">
              <a:latin typeface="Gotham Light" pitchFamily="50" charset="0"/>
            </a:endParaRPr>
          </a:p>
        </p:txBody>
      </p:sp>
      <p:pic>
        <p:nvPicPr>
          <p:cNvPr id="18" name="object 11">
            <a:extLst>
              <a:ext uri="{FF2B5EF4-FFF2-40B4-BE49-F238E27FC236}">
                <a16:creationId xmlns:a16="http://schemas.microsoft.com/office/drawing/2014/main" id="{434D272C-7FF0-76F0-850A-799497F9BDC1}"/>
              </a:ext>
            </a:extLst>
          </p:cNvPr>
          <p:cNvPicPr/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26074" y="772689"/>
            <a:ext cx="607046" cy="5641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126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D67D6-D257-C784-608A-C0048D82A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89">
            <a:extLst>
              <a:ext uri="{FF2B5EF4-FFF2-40B4-BE49-F238E27FC236}">
                <a16:creationId xmlns:a16="http://schemas.microsoft.com/office/drawing/2014/main" id="{73E733B7-6BD3-A5FC-A2EC-9AD5DB7AD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grpSp>
        <p:nvGrpSpPr>
          <p:cNvPr id="6" name="Grupo 83">
            <a:extLst>
              <a:ext uri="{FF2B5EF4-FFF2-40B4-BE49-F238E27FC236}">
                <a16:creationId xmlns:a16="http://schemas.microsoft.com/office/drawing/2014/main" id="{5529777B-63B1-F48C-CA56-D4F008546249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7" name="Rectángulo redondeado 1">
              <a:extLst>
                <a:ext uri="{FF2B5EF4-FFF2-40B4-BE49-F238E27FC236}">
                  <a16:creationId xmlns:a16="http://schemas.microsoft.com/office/drawing/2014/main" id="{E131DF09-8742-FF4D-6BC2-EDCFAD15722C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CuadroTexto 85">
              <a:extLst>
                <a:ext uri="{FF2B5EF4-FFF2-40B4-BE49-F238E27FC236}">
                  <a16:creationId xmlns:a16="http://schemas.microsoft.com/office/drawing/2014/main" id="{4F3E3ABA-2D48-BF71-5443-A67035CA4B9B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36C907DD-E37A-CC41-8AFB-EB75D4598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89597"/>
            <a:ext cx="321383" cy="226438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900" noProof="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ctr"/>
              <a:t>19</a:t>
            </a:fld>
            <a:endParaRPr lang="pt-BR" sz="900" noProof="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4B88E3CA-5B14-EE0D-F6E2-E5AACB4A0A34}"/>
              </a:ext>
            </a:extLst>
          </p:cNvPr>
          <p:cNvSpPr/>
          <p:nvPr/>
        </p:nvSpPr>
        <p:spPr>
          <a:xfrm>
            <a:off x="616179" y="3584199"/>
            <a:ext cx="7653761" cy="288554"/>
          </a:xfrm>
          <a:custGeom>
            <a:avLst/>
            <a:gdLst>
              <a:gd name="csX0" fmla="*/ 0 w 7653761"/>
              <a:gd name="csY0" fmla="*/ 0 h 288554"/>
              <a:gd name="csX1" fmla="*/ 7653761 w 7653761"/>
              <a:gd name="csY1" fmla="*/ 0 h 288554"/>
              <a:gd name="csX2" fmla="*/ 7653761 w 7653761"/>
              <a:gd name="csY2" fmla="*/ 288554 h 288554"/>
              <a:gd name="csX3" fmla="*/ 0 w 7653761"/>
              <a:gd name="csY3" fmla="*/ 288554 h 288554"/>
              <a:gd name="csX4" fmla="*/ 0 w 7653761"/>
              <a:gd name="csY4" fmla="*/ 0 h 28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53761" h="288554" fill="none" extrusionOk="0">
                <a:moveTo>
                  <a:pt x="0" y="0"/>
                </a:moveTo>
                <a:cubicBezTo>
                  <a:pt x="3732562" y="-109183"/>
                  <a:pt x="5140890" y="-163229"/>
                  <a:pt x="7653761" y="0"/>
                </a:cubicBezTo>
                <a:cubicBezTo>
                  <a:pt x="7666113" y="48497"/>
                  <a:pt x="7650965" y="258452"/>
                  <a:pt x="7653761" y="288554"/>
                </a:cubicBezTo>
                <a:cubicBezTo>
                  <a:pt x="4280717" y="230946"/>
                  <a:pt x="1649825" y="413445"/>
                  <a:pt x="0" y="288554"/>
                </a:cubicBezTo>
                <a:cubicBezTo>
                  <a:pt x="-19943" y="195298"/>
                  <a:pt x="-17916" y="47572"/>
                  <a:pt x="0" y="0"/>
                </a:cubicBezTo>
                <a:close/>
              </a:path>
              <a:path w="7653761" h="288554" stroke="0" extrusionOk="0">
                <a:moveTo>
                  <a:pt x="0" y="0"/>
                </a:moveTo>
                <a:cubicBezTo>
                  <a:pt x="3793998" y="-112441"/>
                  <a:pt x="5272420" y="65671"/>
                  <a:pt x="7653761" y="0"/>
                </a:cubicBezTo>
                <a:cubicBezTo>
                  <a:pt x="7650708" y="132535"/>
                  <a:pt x="7645412" y="148919"/>
                  <a:pt x="7653761" y="288554"/>
                </a:cubicBezTo>
                <a:cubicBezTo>
                  <a:pt x="4179444" y="316286"/>
                  <a:pt x="1429946" y="127619"/>
                  <a:pt x="0" y="288554"/>
                </a:cubicBezTo>
                <a:cubicBezTo>
                  <a:pt x="-17690" y="224996"/>
                  <a:pt x="-17457" y="108719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182535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057D07B-35ED-2DA3-BBED-F28D1B3D15F1}"/>
              </a:ext>
            </a:extLst>
          </p:cNvPr>
          <p:cNvSpPr txBox="1"/>
          <p:nvPr/>
        </p:nvSpPr>
        <p:spPr>
          <a:xfrm>
            <a:off x="-341481" y="2937024"/>
            <a:ext cx="4069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3600" b="1" noProof="0" dirty="0">
                <a:solidFill>
                  <a:schemeClr val="accent1">
                    <a:lumMod val="75000"/>
                  </a:schemeClr>
                </a:solidFill>
                <a:latin typeface="Aptos Black" panose="020B0004020202020204" pitchFamily="34" charset="0"/>
                <a:ea typeface="+mj-ea"/>
                <a:cs typeface="Gotham Black" panose="020B0604020202020204" charset="0"/>
              </a:rPr>
              <a:t>Equilíbrio</a:t>
            </a:r>
          </a:p>
        </p:txBody>
      </p:sp>
    </p:spTree>
    <p:extLst>
      <p:ext uri="{BB962C8B-B14F-4D97-AF65-F5344CB8AC3E}">
        <p14:creationId xmlns:p14="http://schemas.microsoft.com/office/powerpoint/2010/main" val="785557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2063" y="1571911"/>
                <a:ext cx="10275016" cy="37141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3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 restrição de recursos da economia é obtida a partir da consolidação das </a:t>
                </a:r>
                <a:r>
                  <a:rPr lang="pt-BR" sz="1600" noProof="0" dirty="0">
                    <a:solidFill>
                      <a:srgbClr val="FF0000"/>
                    </a:solidFill>
                    <a:latin typeface="Gotham Book" panose="02000604030000020004" pitchFamily="2" charset="0"/>
                  </a:rPr>
                  <a:t>restrições orçamentárias dos agentes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: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rgbClr val="C00000"/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rgbClr val="C00000"/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rgbClr val="C00000"/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rgbClr val="C00000"/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rgbClr val="C00000"/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 partir de (</a:t>
                </a: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31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é isolado e substituído em (2</a:t>
                </a: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9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); em seguida, (</a:t>
                </a:r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30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) é aplicado. Ao se realizar as operações matemáticas, obtém-se a restrição agregada de recursos da economia: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</p:txBody>
          </p:sp>
        </mc:Choice>
        <mc:Fallback xmlns="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63" y="1571911"/>
                <a:ext cx="10275016" cy="3714178"/>
              </a:xfrm>
              <a:prstGeom prst="rect">
                <a:avLst/>
              </a:prstGeom>
              <a:blipFill>
                <a:blip r:embed="rId4"/>
                <a:stretch>
                  <a:fillRect t="-1149" r="-297" b="-137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7C5C22CA-5145-1017-3231-6BA2010F0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4469221"/>
                  </p:ext>
                </p:extLst>
              </p:nvPr>
            </p:nvGraphicFramePr>
            <p:xfrm>
              <a:off x="412371" y="5832082"/>
              <a:ext cx="11389505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5101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221896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22508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s-CO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b="0" i="0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Sup>
                                      <m:sSubSupPr>
                                        <m:ctrlP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  <m:sup>
                                        <m:r>
                                          <a:rPr lang="es-CO" sz="1800" b="0" i="1" noProof="0" smtClean="0">
                                            <a:solidFill>
                                              <a:srgbClr val="E405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  <a:sym typeface="Calibri"/>
                            </a:rPr>
                            <a:t>(32)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7C5C22CA-5145-1017-3231-6BA2010F0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4469221"/>
                  </p:ext>
                </p:extLst>
              </p:nvPr>
            </p:nvGraphicFramePr>
            <p:xfrm>
              <a:off x="412371" y="5832082"/>
              <a:ext cx="11389505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5101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221896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22508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456" t="-1163" r="-8284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  <a:sym typeface="Calibri"/>
                            </a:rPr>
                            <a:t>(32)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6F1F7E73-419E-4484-E453-70F83258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20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8EBE4726-2E12-24F2-B593-C3C965E9F912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Equilíbrio</a:t>
            </a:r>
            <a:endParaRPr lang="pt-BR" sz="2800" i="1" noProof="0" dirty="0">
              <a:latin typeface="Gotham Light" pitchFamily="50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8E4A584-195C-DAA2-04D2-56CFD6727D9B}"/>
              </a:ext>
            </a:extLst>
          </p:cNvPr>
          <p:cNvSpPr txBox="1"/>
          <p:nvPr/>
        </p:nvSpPr>
        <p:spPr>
          <a:xfrm>
            <a:off x="1196530" y="2064655"/>
            <a:ext cx="1312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Famílias:</a:t>
            </a:r>
            <a:endParaRPr lang="pt-BR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CCBD981-1E23-DDAA-7F24-5FA8526500EE}"/>
              </a:ext>
            </a:extLst>
          </p:cNvPr>
          <p:cNvSpPr txBox="1"/>
          <p:nvPr/>
        </p:nvSpPr>
        <p:spPr>
          <a:xfrm>
            <a:off x="1196530" y="3059668"/>
            <a:ext cx="1312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Firmas:</a:t>
            </a:r>
            <a:endParaRPr lang="pt-BR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FDEF49A-A186-A761-B980-478C8313D931}"/>
              </a:ext>
            </a:extLst>
          </p:cNvPr>
          <p:cNvSpPr txBox="1"/>
          <p:nvPr/>
        </p:nvSpPr>
        <p:spPr>
          <a:xfrm>
            <a:off x="1196530" y="3956823"/>
            <a:ext cx="1312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Governo:</a:t>
            </a:r>
            <a:endParaRPr lang="pt-BR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a 18">
                <a:extLst>
                  <a:ext uri="{FF2B5EF4-FFF2-40B4-BE49-F238E27FC236}">
                    <a16:creationId xmlns:a16="http://schemas.microsoft.com/office/drawing/2014/main" id="{495602A9-8FF8-0A49-D4B1-8DBD7FA64F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10657"/>
                  </p:ext>
                </p:extLst>
              </p:nvPr>
            </p:nvGraphicFramePr>
            <p:xfrm>
              <a:off x="401934" y="2516298"/>
              <a:ext cx="11399943" cy="5362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2124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313247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94572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sz="17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bSup>
                                      <m:sSubSupPr>
                                        <m:ctrlPr>
                                          <a:rPr lang="pt-BR" sz="1700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700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pt-BR" sz="1700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700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p>
                                    </m:sSubSup>
                                  </m:e>
                                </m:d>
                                <m:sSub>
                                  <m:sSubPr>
                                    <m:ctrlP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7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7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s-CO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es-CO" sz="1700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s-CO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CO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s-CO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7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s-CO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pt-BR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s-CO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sz="17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17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pt-BR" sz="17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7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Sup>
                                      <m:sSubSupPr>
                                        <m:ctrlPr>
                                          <a:rPr lang="pt-BR" sz="1700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700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pt-BR" sz="1700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700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p>
                                    </m:sSubSup>
                                  </m:e>
                                </m:d>
                                <m:sSub>
                                  <m:sSubPr>
                                    <m:ctrlP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7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Sup>
                                      <m:sSubSupPr>
                                        <m:ctrlPr>
                                          <a:rPr lang="pt-BR" sz="1700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700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pt-BR" sz="1700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700" b="0" i="1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d>
                                <m:sSubSup>
                                  <m:sSubSupPr>
                                    <m:ctrlP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7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CO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s-CO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s-CO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s-CO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sz="17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7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s-CO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s-CO" sz="1700" b="0" i="1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pt-BR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s-CO" sz="17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sz="17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1700" b="0" i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pt-BR" sz="1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7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(29)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a 18">
                <a:extLst>
                  <a:ext uri="{FF2B5EF4-FFF2-40B4-BE49-F238E27FC236}">
                    <a16:creationId xmlns:a16="http://schemas.microsoft.com/office/drawing/2014/main" id="{495602A9-8FF8-0A49-D4B1-8DBD7FA64F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10657"/>
                  </p:ext>
                </p:extLst>
              </p:nvPr>
            </p:nvGraphicFramePr>
            <p:xfrm>
              <a:off x="401934" y="2516298"/>
              <a:ext cx="11399943" cy="5362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2124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313247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94572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36258">
                    <a:tc>
                      <a:txBody>
                        <a:bodyPr/>
                        <a:lstStyle/>
                        <a:p>
                          <a:endParaRPr lang="pt-BR" sz="17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2893" t="-1124" r="-7910" b="-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(29)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1F741E67-0FDA-50BD-7BAD-1DD828AFA7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5026700"/>
                  </p:ext>
                </p:extLst>
              </p:nvPr>
            </p:nvGraphicFramePr>
            <p:xfrm>
              <a:off x="412371" y="4347383"/>
              <a:ext cx="11389506" cy="5472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5103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221895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22508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rgbClr val="E4059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s-CO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rgbClr val="E405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  <a:sym typeface="Calibri"/>
                            </a:rPr>
                            <a:t>(31)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1F741E67-0FDA-50BD-7BAD-1DD828AFA7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5026700"/>
                  </p:ext>
                </p:extLst>
              </p:nvPr>
            </p:nvGraphicFramePr>
            <p:xfrm>
              <a:off x="412371" y="4347383"/>
              <a:ext cx="11389506" cy="5472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5103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221895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822508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47243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3456" t="-1111" r="-8284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  <a:sym typeface="Calibri"/>
                            </a:rPr>
                            <a:t>(31)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a 24">
                <a:extLst>
                  <a:ext uri="{FF2B5EF4-FFF2-40B4-BE49-F238E27FC236}">
                    <a16:creationId xmlns:a16="http://schemas.microsoft.com/office/drawing/2014/main" id="{7DA65F44-3163-3671-3A64-C7A1FE56A4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5114211"/>
                  </p:ext>
                </p:extLst>
              </p:nvPr>
            </p:nvGraphicFramePr>
            <p:xfrm>
              <a:off x="412372" y="3451097"/>
              <a:ext cx="11389505" cy="5458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1857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303803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9384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𝛼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1−</m:t>
                                    </m:r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𝛼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  <m:r>
                                      <a:rPr lang="pt-BR" sz="18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pt-BR" sz="1800" b="0" i="1" kern="1200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pt-BR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8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b="0" i="1" kern="1200" noProof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(30)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a 24">
                <a:extLst>
                  <a:ext uri="{FF2B5EF4-FFF2-40B4-BE49-F238E27FC236}">
                    <a16:creationId xmlns:a16="http://schemas.microsoft.com/office/drawing/2014/main" id="{7DA65F44-3163-3671-3A64-C7A1FE56A4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5114211"/>
                  </p:ext>
                </p:extLst>
              </p:nvPr>
            </p:nvGraphicFramePr>
            <p:xfrm>
              <a:off x="412372" y="3451097"/>
              <a:ext cx="11389505" cy="5458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1857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10303803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9384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45846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8"/>
                          <a:stretch>
                            <a:fillRect l="-2896" t="-1111" r="-7920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800" b="0" i="0" kern="120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  <a:ea typeface="+mn-ea"/>
                              <a:cs typeface="+mn-cs"/>
                            </a:rPr>
                            <a:t>(30)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5">
            <a:extLst>
              <a:ext uri="{FF2B5EF4-FFF2-40B4-BE49-F238E27FC236}">
                <a16:creationId xmlns:a16="http://schemas.microsoft.com/office/drawing/2014/main" id="{4522605B-146A-2268-61EF-EC5E278E16FF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</p:spTree>
    <p:extLst>
      <p:ext uri="{BB962C8B-B14F-4D97-AF65-F5344CB8AC3E}">
        <p14:creationId xmlns:p14="http://schemas.microsoft.com/office/powerpoint/2010/main" val="2168269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7F31-E01D-C120-6E54-639D2F174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30FBBEEC-F579-92A5-7E36-83BB797EF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381C3C8E-ADAF-8557-A4D8-4A644F9700F9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49FD4600-7769-3D71-EE8F-F3003229F5F1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509688FF-92F9-71AF-BAB3-F5F9FED67212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897B82E4-996A-3497-B2B3-3D45D0D93BF7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CD167E40-2ECF-26C4-6375-760EA6236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21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D1A2ACD-5AF0-DB88-78BD-188F2D66AA0D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Equilíbrio</a:t>
            </a:r>
            <a:endParaRPr lang="pt-BR" sz="2800" i="1" noProof="0" dirty="0">
              <a:latin typeface="Gotham Light" pitchFamily="50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8E25A37-F5A7-D25A-81D2-BD52C7CDE577}"/>
              </a:ext>
            </a:extLst>
          </p:cNvPr>
          <p:cNvSpPr txBox="1"/>
          <p:nvPr/>
        </p:nvSpPr>
        <p:spPr>
          <a:xfrm>
            <a:off x="838200" y="1330560"/>
            <a:ext cx="1312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Famílias:</a:t>
            </a:r>
            <a:endParaRPr lang="pt-BR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E93AAD-2DC7-21B1-BC37-A1F2B763E685}"/>
              </a:ext>
            </a:extLst>
          </p:cNvPr>
          <p:cNvSpPr txBox="1"/>
          <p:nvPr/>
        </p:nvSpPr>
        <p:spPr>
          <a:xfrm>
            <a:off x="783200" y="4140420"/>
            <a:ext cx="1312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Firmas:</a:t>
            </a:r>
            <a:endParaRPr lang="pt-BR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F3D7529-B9F9-A49A-C8F2-EF899E25A580}"/>
              </a:ext>
            </a:extLst>
          </p:cNvPr>
          <p:cNvSpPr txBox="1"/>
          <p:nvPr/>
        </p:nvSpPr>
        <p:spPr>
          <a:xfrm>
            <a:off x="6284135" y="1065515"/>
            <a:ext cx="1312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Governo:</a:t>
            </a:r>
            <a:endParaRPr lang="pt-BR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66ECDDC8-0A70-160E-8752-7B438CD719AB}"/>
              </a:ext>
            </a:extLst>
          </p:cNvPr>
          <p:cNvSpPr txBox="1"/>
          <p:nvPr/>
        </p:nvSpPr>
        <p:spPr>
          <a:xfrm>
            <a:off x="401933" y="168881"/>
            <a:ext cx="1507549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Política Fiscal em Modelos RBC</a:t>
            </a:r>
          </a:p>
          <a:p>
            <a:pPr lvl="0">
              <a:lnSpc>
                <a:spcPts val="1100"/>
              </a:lnSpc>
              <a:defRPr/>
            </a:pP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a 14">
                <a:extLst>
                  <a:ext uri="{FF2B5EF4-FFF2-40B4-BE49-F238E27FC236}">
                    <a16:creationId xmlns:a16="http://schemas.microsoft.com/office/drawing/2014/main" id="{4F73D54B-5A12-6909-26EA-1226CDC68D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6327296"/>
                  </p:ext>
                </p:extLst>
              </p:nvPr>
            </p:nvGraphicFramePr>
            <p:xfrm>
              <a:off x="346933" y="4619239"/>
              <a:ext cx="2924145" cy="4787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2473437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242428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sup>
                                    </m:sSubSup>
                                  </m:e>
                                </m:func>
                                <m:sSup>
                                  <m:sSup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lang="pt-BR" sz="14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4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a 14">
                <a:extLst>
                  <a:ext uri="{FF2B5EF4-FFF2-40B4-BE49-F238E27FC236}">
                    <a16:creationId xmlns:a16="http://schemas.microsoft.com/office/drawing/2014/main" id="{4F73D54B-5A12-6909-26EA-1226CDC68D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6327296"/>
                  </p:ext>
                </p:extLst>
              </p:nvPr>
            </p:nvGraphicFramePr>
            <p:xfrm>
              <a:off x="346933" y="4619239"/>
              <a:ext cx="2924145" cy="4787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2473437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242428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478727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8600" t="-1250" r="-10811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4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a 15">
                <a:extLst>
                  <a:ext uri="{FF2B5EF4-FFF2-40B4-BE49-F238E27FC236}">
                    <a16:creationId xmlns:a16="http://schemas.microsoft.com/office/drawing/2014/main" id="{E5F53A0D-E3B1-4BB5-776B-6E210A01DE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3591041"/>
                  </p:ext>
                </p:extLst>
              </p:nvPr>
            </p:nvGraphicFramePr>
            <p:xfrm>
              <a:off x="422605" y="6068862"/>
              <a:ext cx="4292963" cy="459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0165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377077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292024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pt-BR" sz="14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4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4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14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4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r>
                                  <a:rPr lang="pt-BR" sz="14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4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4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pt-BR" sz="14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pt-BR" sz="14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400" b="0" i="0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4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14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4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pt-BR" sz="14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r>
                                  <a:rPr lang="pt-BR" sz="14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4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pt-BR" sz="14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4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pt-BR" sz="14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</m:e>
                                </m:d>
                                <m:func>
                                  <m:funcPr>
                                    <m:ctrlPr>
                                      <a:rPr lang="pt-BR" sz="14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4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400" b="0" i="1" kern="1200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14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4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 b="0" i="1" kern="1200" noProof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𝑠𝑠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r>
                                  <a:rPr lang="pt-BR" sz="1400" b="0" i="1" kern="12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4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pt-BR" sz="14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400" b="0" i="1" kern="120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sz="1400" b="0" i="1" kern="12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4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a 15">
                <a:extLst>
                  <a:ext uri="{FF2B5EF4-FFF2-40B4-BE49-F238E27FC236}">
                    <a16:creationId xmlns:a16="http://schemas.microsoft.com/office/drawing/2014/main" id="{E5F53A0D-E3B1-4BB5-776B-6E210A01DE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3591041"/>
                  </p:ext>
                </p:extLst>
              </p:nvPr>
            </p:nvGraphicFramePr>
            <p:xfrm>
              <a:off x="422605" y="6068862"/>
              <a:ext cx="4292963" cy="459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0165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377077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292024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459804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6300" t="-1316" r="-8401" b="-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4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a 16">
                <a:extLst>
                  <a:ext uri="{FF2B5EF4-FFF2-40B4-BE49-F238E27FC236}">
                    <a16:creationId xmlns:a16="http://schemas.microsoft.com/office/drawing/2014/main" id="{6393BFA4-007C-5BF8-1E89-884ADA0CD8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5365638"/>
                  </p:ext>
                </p:extLst>
              </p:nvPr>
            </p:nvGraphicFramePr>
            <p:xfrm>
              <a:off x="5565401" y="3941440"/>
              <a:ext cx="3899246" cy="4797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33551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33586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400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400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p>
                                  </m:e>
                                </m:d>
                                <m:sSubSup>
                                  <m:sSubSup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4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a 16">
                <a:extLst>
                  <a:ext uri="{FF2B5EF4-FFF2-40B4-BE49-F238E27FC236}">
                    <a16:creationId xmlns:a16="http://schemas.microsoft.com/office/drawing/2014/main" id="{6393BFA4-007C-5BF8-1E89-884ADA0CD8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5365638"/>
                  </p:ext>
                </p:extLst>
              </p:nvPr>
            </p:nvGraphicFramePr>
            <p:xfrm>
              <a:off x="5565401" y="3941440"/>
              <a:ext cx="3899246" cy="4797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33551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33586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479743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6341" t="-1250" r="-10688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4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a 17">
                <a:extLst>
                  <a:ext uri="{FF2B5EF4-FFF2-40B4-BE49-F238E27FC236}">
                    <a16:creationId xmlns:a16="http://schemas.microsoft.com/office/drawing/2014/main" id="{FC4674B1-8FE1-383D-5229-004D5DDF25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7687340"/>
                  </p:ext>
                </p:extLst>
              </p:nvPr>
            </p:nvGraphicFramePr>
            <p:xfrm>
              <a:off x="434776" y="5072165"/>
              <a:ext cx="4128224" cy="4787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3455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3565963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34880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463356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4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lang="pt-BR" sz="1400" b="0" noProof="0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4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a 17">
                <a:extLst>
                  <a:ext uri="{FF2B5EF4-FFF2-40B4-BE49-F238E27FC236}">
                    <a16:creationId xmlns:a16="http://schemas.microsoft.com/office/drawing/2014/main" id="{FC4674B1-8FE1-383D-5229-004D5DDF25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7687340"/>
                  </p:ext>
                </p:extLst>
              </p:nvPr>
            </p:nvGraphicFramePr>
            <p:xfrm>
              <a:off x="434776" y="5072165"/>
              <a:ext cx="4128224" cy="4787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3455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3565963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34880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478727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6143" t="-1266" r="-10410" b="-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4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a 23">
                <a:extLst>
                  <a:ext uri="{FF2B5EF4-FFF2-40B4-BE49-F238E27FC236}">
                    <a16:creationId xmlns:a16="http://schemas.microsoft.com/office/drawing/2014/main" id="{B21384D6-75B4-205D-311E-42F5489DF6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7076865"/>
                  </p:ext>
                </p:extLst>
              </p:nvPr>
            </p:nvGraphicFramePr>
            <p:xfrm>
              <a:off x="434777" y="5582993"/>
              <a:ext cx="3627845" cy="4787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408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310959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30416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466919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pt-BR" sz="14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4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sSub>
                                  <m:sSubPr>
                                    <m:ctrlP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lang="pt-BR" sz="1400" b="0" noProof="0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4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a 23">
                <a:extLst>
                  <a:ext uri="{FF2B5EF4-FFF2-40B4-BE49-F238E27FC236}">
                    <a16:creationId xmlns:a16="http://schemas.microsoft.com/office/drawing/2014/main" id="{B21384D6-75B4-205D-311E-42F5489DF6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7076865"/>
                  </p:ext>
                </p:extLst>
              </p:nvPr>
            </p:nvGraphicFramePr>
            <p:xfrm>
              <a:off x="434777" y="5582993"/>
              <a:ext cx="3627845" cy="4787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408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310959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30416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478727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8"/>
                          <a:stretch>
                            <a:fillRect l="-7045" t="-1250" r="-10568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4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a 27">
                <a:extLst>
                  <a:ext uri="{FF2B5EF4-FFF2-40B4-BE49-F238E27FC236}">
                    <a16:creationId xmlns:a16="http://schemas.microsoft.com/office/drawing/2014/main" id="{F8311A71-3EF5-798B-95CA-287B8F709A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4565599"/>
                  </p:ext>
                </p:extLst>
              </p:nvPr>
            </p:nvGraphicFramePr>
            <p:xfrm>
              <a:off x="5882555" y="2063353"/>
              <a:ext cx="5011410" cy="484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444542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357702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400" b="0" i="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func>
                                <m:r>
                                  <a:rPr lang="pt-BR" sz="1400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p>
                                  </m:sub>
                                </m:sSub>
                                <m:func>
                                  <m:func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400" b="0" i="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func>
                                <m:r>
                                  <a:rPr lang="pt-BR" sz="1400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p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</m:e>
                                </m:d>
                                <m:func>
                                  <m:func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400" b="0" i="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𝑠𝑠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func>
                                <m:r>
                                  <a:rPr lang="pt-BR" sz="1400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sz="14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pt-BR" sz="1400" b="0" i="0" kern="1200" noProof="0" dirty="0">
                            <a:solidFill>
                              <a:schemeClr val="tx1"/>
                            </a:solidFill>
                            <a:latin typeface="Gotham Light" pitchFamily="2" charset="0"/>
                            <a:ea typeface="+mn-ea"/>
                            <a:cs typeface="+mn-cs"/>
                            <a:sym typeface="Calibri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a 27">
                <a:extLst>
                  <a:ext uri="{FF2B5EF4-FFF2-40B4-BE49-F238E27FC236}">
                    <a16:creationId xmlns:a16="http://schemas.microsoft.com/office/drawing/2014/main" id="{F8311A71-3EF5-798B-95CA-287B8F709A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4565599"/>
                  </p:ext>
                </p:extLst>
              </p:nvPr>
            </p:nvGraphicFramePr>
            <p:xfrm>
              <a:off x="5882555" y="2063353"/>
              <a:ext cx="5011410" cy="484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444542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357702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484632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9"/>
                          <a:stretch>
                            <a:fillRect l="-4788" t="-1250" r="-8618" b="-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pt-BR" sz="1400" b="0" i="0" kern="1200" noProof="0" dirty="0">
                            <a:solidFill>
                              <a:schemeClr val="tx1"/>
                            </a:solidFill>
                            <a:latin typeface="Gotham Light" pitchFamily="2" charset="0"/>
                            <a:ea typeface="+mn-ea"/>
                            <a:cs typeface="+mn-cs"/>
                            <a:sym typeface="Calibri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a 28">
                <a:extLst>
                  <a:ext uri="{FF2B5EF4-FFF2-40B4-BE49-F238E27FC236}">
                    <a16:creationId xmlns:a16="http://schemas.microsoft.com/office/drawing/2014/main" id="{8F62E863-6875-A903-81AE-AEAB65D002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0466576"/>
                  </p:ext>
                </p:extLst>
              </p:nvPr>
            </p:nvGraphicFramePr>
            <p:xfrm>
              <a:off x="5894019" y="2493174"/>
              <a:ext cx="5047702" cy="484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4479017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36040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400" b="0" i="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func>
                                <m:r>
                                  <a:rPr lang="pt-BR" sz="1400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p>
                                  </m:sub>
                                </m:sSub>
                                <m:func>
                                  <m:func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400" b="0" i="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func>
                                <m:r>
                                  <a:rPr lang="pt-BR" sz="1400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</m:e>
                                </m:d>
                                <m:func>
                                  <m:func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t-BR" sz="1400" b="0" i="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sz="1400" b="0" i="1" noProof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𝑠𝑠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func>
                                <m:r>
                                  <a:rPr lang="pt-BR" sz="1400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400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sz="14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pt-BR" sz="1400" b="0" i="0" kern="1200" noProof="0" dirty="0">
                            <a:solidFill>
                              <a:schemeClr val="tx1"/>
                            </a:solidFill>
                            <a:latin typeface="Gotham Light" pitchFamily="2" charset="0"/>
                            <a:ea typeface="+mn-ea"/>
                            <a:cs typeface="+mn-cs"/>
                            <a:sym typeface="Calibri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a 28">
                <a:extLst>
                  <a:ext uri="{FF2B5EF4-FFF2-40B4-BE49-F238E27FC236}">
                    <a16:creationId xmlns:a16="http://schemas.microsoft.com/office/drawing/2014/main" id="{8F62E863-6875-A903-81AE-AEAB65D002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0466576"/>
                  </p:ext>
                </p:extLst>
              </p:nvPr>
            </p:nvGraphicFramePr>
            <p:xfrm>
              <a:off x="5894019" y="2493174"/>
              <a:ext cx="5047702" cy="484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4479017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36040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484632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0"/>
                          <a:stretch>
                            <a:fillRect l="-4755" t="-1235" r="-8696" b="-4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pt-BR" sz="1400" b="0" i="0" kern="1200" noProof="0" dirty="0">
                            <a:solidFill>
                              <a:schemeClr val="tx1"/>
                            </a:solidFill>
                            <a:latin typeface="Gotham Light" pitchFamily="2" charset="0"/>
                            <a:ea typeface="+mn-ea"/>
                            <a:cs typeface="+mn-cs"/>
                            <a:sym typeface="Calibri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a 29">
                <a:extLst>
                  <a:ext uri="{FF2B5EF4-FFF2-40B4-BE49-F238E27FC236}">
                    <a16:creationId xmlns:a16="http://schemas.microsoft.com/office/drawing/2014/main" id="{299299EC-7674-4262-1794-D5A97F2861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6078834"/>
                  </p:ext>
                </p:extLst>
              </p:nvPr>
            </p:nvGraphicFramePr>
            <p:xfrm>
              <a:off x="5693192" y="2895876"/>
              <a:ext cx="5200773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462068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37180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ctr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  <m:r>
                                <a:rPr lang="pt-BR" sz="1400" b="0" i="1" noProof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pt-BR" sz="1400" b="0" i="1" noProof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1400" b="0" i="1" noProof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p>
                                      <m:r>
                                        <a:rPr lang="pt-BR" sz="1400" b="0" i="1" noProof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</m:sub>
                              </m:sSub>
                              <m:sSubSup>
                                <m:sSubSupPr>
                                  <m:ctrlP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  <m:r>
                                <a:rPr lang="pt-BR" sz="1400" b="0" i="1" noProof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pt-BR" sz="1400" b="0" i="1" noProof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400" b="0" i="1" noProof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pt-BR" sz="1400" b="0" i="1" noProof="0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1400" b="0" i="1" noProof="0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p>
                                          <m:r>
                                            <a:rPr lang="pt-BR" sz="1400" b="0" i="1" noProof="0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p>
                                      </m:sSup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𝑠𝑠</m:t>
                                  </m:r>
                                </m:sub>
                                <m:sup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  <m:r>
                                <a:rPr lang="pt-BR" sz="1400" b="0" i="1" noProof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pt-BR" sz="1400" b="0" i="1" noProof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</m:oMath>
                          </a14:m>
                          <a:r>
                            <a:rPr lang="pt-BR" sz="1400" b="0" noProof="0" dirty="0">
                              <a:solidFill>
                                <a:schemeClr val="tx1"/>
                              </a:solidFill>
                            </a:rPr>
                            <a:t> , </a:t>
                          </a:r>
                          <a14:m>
                            <m:oMath xmlns:m="http://schemas.openxmlformats.org/officeDocument/2006/math">
                              <m:r>
                                <a:rPr lang="pt-BR" sz="1400" b="0" i="0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4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14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={</m:t>
                              </m:r>
                              <m:r>
                                <a:rPr lang="pt-BR" sz="14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pt-BR" sz="14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4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pt-BR" sz="14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4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14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r>
                            <a:rPr lang="pt-BR" sz="140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</a:rPr>
                            <a:t> </a:t>
                          </a:r>
                          <a:endParaRPr lang="pt-BR" sz="14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pt-BR" sz="1400" b="0" i="0" kern="1200" noProof="0" dirty="0">
                            <a:solidFill>
                              <a:schemeClr val="tx1"/>
                            </a:solidFill>
                            <a:latin typeface="Gotham Light" pitchFamily="2" charset="0"/>
                            <a:ea typeface="+mn-ea"/>
                            <a:cs typeface="+mn-cs"/>
                            <a:sym typeface="Calibri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a 29">
                <a:extLst>
                  <a:ext uri="{FF2B5EF4-FFF2-40B4-BE49-F238E27FC236}">
                    <a16:creationId xmlns:a16="http://schemas.microsoft.com/office/drawing/2014/main" id="{299299EC-7674-4262-1794-D5A97F2861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6078834"/>
                  </p:ext>
                </p:extLst>
              </p:nvPr>
            </p:nvGraphicFramePr>
            <p:xfrm>
              <a:off x="5693192" y="2895876"/>
              <a:ext cx="5200773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462068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37180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605" t="-1639" r="-8553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pt-BR" sz="1400" b="0" i="0" kern="1200" noProof="0" dirty="0">
                            <a:solidFill>
                              <a:schemeClr val="tx1"/>
                            </a:solidFill>
                            <a:latin typeface="Gotham Light" pitchFamily="2" charset="0"/>
                            <a:ea typeface="+mn-ea"/>
                            <a:cs typeface="+mn-cs"/>
                            <a:sym typeface="Calibri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1" name="CuadroTexto 30">
            <a:extLst>
              <a:ext uri="{FF2B5EF4-FFF2-40B4-BE49-F238E27FC236}">
                <a16:creationId xmlns:a16="http://schemas.microsoft.com/office/drawing/2014/main" id="{5159B5E0-EF28-DA61-24C3-3F56A516013C}"/>
              </a:ext>
            </a:extLst>
          </p:cNvPr>
          <p:cNvSpPr txBox="1"/>
          <p:nvPr/>
        </p:nvSpPr>
        <p:spPr>
          <a:xfrm>
            <a:off x="6356945" y="4845197"/>
            <a:ext cx="3327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Restrição de Recursos Agregada:</a:t>
            </a:r>
            <a:endParaRPr lang="pt-BR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C2DF1324-029D-DEC8-97D8-95623E106E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627568"/>
                  </p:ext>
                </p:extLst>
              </p:nvPr>
            </p:nvGraphicFramePr>
            <p:xfrm>
              <a:off x="5565401" y="4393318"/>
              <a:ext cx="3135385" cy="4787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61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2663027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236179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s-CO" sz="14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400" b="0" i="1" kern="12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pt-BR" sz="14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4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4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𝑔</m:t>
                                    </m:r>
                                  </m:sup>
                                </m:sSubSup>
                                <m:r>
                                  <a:rPr lang="pt-BR" sz="1400" b="0" i="1" kern="12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pt-BR" sz="14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4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400" b="0" i="1" kern="1200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𝑔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sz="1400" b="0" i="1" kern="1200" noProof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400" b="0" i="0" kern="1200" noProof="0" dirty="0">
                            <a:solidFill>
                              <a:schemeClr val="tx1"/>
                            </a:solidFill>
                            <a:latin typeface="Gotham Light" pitchFamily="2" charset="0"/>
                            <a:ea typeface="+mn-ea"/>
                            <a:cs typeface="+mn-cs"/>
                            <a:sym typeface="Calibri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C2DF1324-029D-DEC8-97D8-95623E106E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627568"/>
                  </p:ext>
                </p:extLst>
              </p:nvPr>
            </p:nvGraphicFramePr>
            <p:xfrm>
              <a:off x="5565401" y="4393318"/>
              <a:ext cx="3135385" cy="4787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61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2663027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236179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478727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2"/>
                          <a:stretch>
                            <a:fillRect l="-9132" t="-1250" r="-9817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400" b="0" i="0" kern="1200" noProof="0" dirty="0">
                            <a:solidFill>
                              <a:schemeClr val="tx1"/>
                            </a:solidFill>
                            <a:latin typeface="Gotham Light" pitchFamily="2" charset="0"/>
                            <a:ea typeface="+mn-ea"/>
                            <a:cs typeface="+mn-cs"/>
                            <a:sym typeface="Calibri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a 24">
                <a:extLst>
                  <a:ext uri="{FF2B5EF4-FFF2-40B4-BE49-F238E27FC236}">
                    <a16:creationId xmlns:a16="http://schemas.microsoft.com/office/drawing/2014/main" id="{6539447D-8868-EFAE-C8BB-13EBB04778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4458155"/>
                  </p:ext>
                </p:extLst>
              </p:nvPr>
            </p:nvGraphicFramePr>
            <p:xfrm>
              <a:off x="528506" y="2373860"/>
              <a:ext cx="2489106" cy="7232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2072546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90696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4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sSubSup>
                                  <m:sSubSupPr>
                                    <m:ctrlP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𝜑</m:t>
                                    </m:r>
                                  </m:sup>
                                </m:sSubSup>
                                <m:r>
                                  <a:rPr lang="pt-BR" sz="14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O" sz="1400" b="0" i="1" noProof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s-CO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s-CO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bSup>
                                          <m:sSubSupPr>
                                            <m:ctrlPr>
                                              <a:rPr lang="pt-BR" sz="1400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pt-BR" sz="1400" b="0" i="1" noProof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sSubSup>
                                          <m:sSubSupPr>
                                            <m:ctrlPr>
                                              <a:rPr lang="pt-BR" sz="1400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400" b="0" i="1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p>
                                        </m:sSubSup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noProof="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noProof="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a 24">
                <a:extLst>
                  <a:ext uri="{FF2B5EF4-FFF2-40B4-BE49-F238E27FC236}">
                    <a16:creationId xmlns:a16="http://schemas.microsoft.com/office/drawing/2014/main" id="{6539447D-8868-EFAE-C8BB-13EBB04778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4458155"/>
                  </p:ext>
                </p:extLst>
              </p:nvPr>
            </p:nvGraphicFramePr>
            <p:xfrm>
              <a:off x="528506" y="2373860"/>
              <a:ext cx="2489106" cy="7232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2072546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723202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9942" r="-9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noProof="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EA3931E-1F9D-A6A2-8D9A-86CC5FAA2F1A}"/>
                  </a:ext>
                </a:extLst>
              </p:cNvPr>
              <p:cNvSpPr txBox="1"/>
              <p:nvPr/>
            </p:nvSpPr>
            <p:spPr>
              <a:xfrm>
                <a:off x="-1522438" y="2974863"/>
                <a:ext cx="6590994" cy="489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1=</m:t>
                      </m:r>
                      <m:sSub>
                        <m:sSubPr>
                          <m:ctrlPr>
                            <a:rPr lang="pt-BR" sz="1400" b="0" i="1" kern="120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kern="120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pt-BR" sz="1400" b="0" i="1" kern="120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s-CO" sz="1400" b="0" i="1" kern="120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4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4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pt-BR" sz="14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14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4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14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CO" sz="1400" b="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400" b="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sz="1400" b="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sz="1400" noProof="0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EA3931E-1F9D-A6A2-8D9A-86CC5FAA2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2438" y="2974863"/>
                <a:ext cx="6590994" cy="4893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0E46BDF2-37EA-3027-393B-D61D8F7EB779}"/>
                  </a:ext>
                </a:extLst>
              </p:cNvPr>
              <p:cNvSpPr txBox="1"/>
              <p:nvPr/>
            </p:nvSpPr>
            <p:spPr>
              <a:xfrm>
                <a:off x="591347" y="3350785"/>
                <a:ext cx="112871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400" b="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0E46BDF2-37EA-3027-393B-D61D8F7EB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47" y="3350785"/>
                <a:ext cx="1128719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D78F6670-E662-59D8-AF5E-D857F8732E61}"/>
                  </a:ext>
                </a:extLst>
              </p:cNvPr>
              <p:cNvSpPr txBox="1"/>
              <p:nvPr/>
            </p:nvSpPr>
            <p:spPr>
              <a:xfrm>
                <a:off x="-741770" y="1737398"/>
                <a:ext cx="7682161" cy="651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400" b="0" i="1" kern="120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b="0" i="1" kern="120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kern="120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pt-BR" sz="1400" b="0" i="1" kern="120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pt-B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pt-BR" sz="14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400" b="0" i="1" kern="120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pt-BR" sz="1400" b="0" i="1" kern="1200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Sup>
                                        <m:sSubSupPr>
                                          <m:ctrlPr>
                                            <a:rPr lang="pt-BR" sz="1400" b="0" i="1" kern="1200" noProof="0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1400" b="0" i="1" kern="1200" noProof="0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pt-BR" sz="1400" b="0" i="1" kern="1200" noProof="0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pt-BR" sz="1400" b="0" i="1" kern="1200" noProof="0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pt-BR" sz="1400" b="0" i="1" kern="1200" noProof="0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pt-BR" sz="1400" b="0" i="1" kern="1200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r>
                                    <a:rPr lang="pt-BR" sz="1400" b="0" i="1" kern="120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+1−</m:t>
                                  </m:r>
                                  <m:r>
                                    <a:rPr lang="pt-BR" sz="1400" b="0" i="1" kern="120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pt-BR" sz="1400" b="0" i="1" kern="120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1400" b="0" i="1" kern="1200" noProof="0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pt-BR" sz="1400" b="0" i="1" kern="1200" noProof="0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+2</m:t>
                                      </m:r>
                                    </m:sub>
                                  </m:sSub>
                                  <m:r>
                                    <a:rPr lang="pt-BR" sz="1400" b="0" i="1" kern="1200" noProof="0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pt-BR" sz="1400" b="0" i="1" kern="1200" noProof="0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pt-BR" sz="1400" b="0" i="1" kern="120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pt-BR" sz="1400" b="0" i="1" kern="1200" noProof="0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pt-BR" sz="1400" b="0" i="1" kern="1200" noProof="0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pt-BR" sz="1400" b="0" i="1" kern="1200" noProof="0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pt-BR" sz="1400" b="0" i="1" kern="1200" noProof="0" smtClean="0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pt-BR" sz="1400" b="0" i="1" kern="120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s-CO" sz="1400" dirty="0"/>
              </a:p>
            </p:txBody>
          </p:sp>
        </mc:Choice>
        <mc:Fallback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D78F6670-E662-59D8-AF5E-D857F8732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1770" y="1737398"/>
                <a:ext cx="7682161" cy="6519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F26DE925-A17D-BF48-9D16-343744CEB26E}"/>
                  </a:ext>
                </a:extLst>
              </p:cNvPr>
              <p:cNvSpPr txBox="1"/>
              <p:nvPr/>
            </p:nvSpPr>
            <p:spPr>
              <a:xfrm>
                <a:off x="678485" y="3642912"/>
                <a:ext cx="3361945" cy="4975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sSub>
                        <m:sSubPr>
                          <m:ctrlP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400" b="0" i="1" noProof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400" b="0" i="1" noProof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noProof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pt-BR" sz="1400" b="0" i="1" noProof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pt-BR" sz="1400" b="0" i="1" noProof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400" b="0" i="1" noProof="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400" b="0" i="1" noProof="0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b="0" i="1" noProof="0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pt-BR" sz="1400" b="0" i="1" noProof="0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sz="1400" b="0" i="1" noProof="0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pt-BR" sz="1400" b="0" i="1" noProof="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1400" b="0" i="1" noProof="0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b="0" i="1" noProof="0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pt-BR" sz="1400" b="0" i="1" noProof="0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sz="1400" b="0" i="1" noProof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F26DE925-A17D-BF48-9D16-343744CEB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85" y="3642912"/>
                <a:ext cx="3361945" cy="497508"/>
              </a:xfrm>
              <a:prstGeom prst="rect">
                <a:avLst/>
              </a:prstGeom>
              <a:blipFill>
                <a:blip r:embed="rId17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40632CF3-CA58-F6C5-E90F-0E659840C65A}"/>
                  </a:ext>
                </a:extLst>
              </p:cNvPr>
              <p:cNvSpPr txBox="1"/>
              <p:nvPr/>
            </p:nvSpPr>
            <p:spPr>
              <a:xfrm>
                <a:off x="5804909" y="1433561"/>
                <a:ext cx="5751576" cy="568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pt-BR" sz="14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sSub>
                        <m:sSubPr>
                          <m:ctrlP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</m:sSubSup>
                      <m:sSub>
                        <m:sSubPr>
                          <m:ctrlP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sSub>
                        <m:sSubPr>
                          <m:ctrlP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pt-BR" sz="1400" b="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40632CF3-CA58-F6C5-E90F-0E659840C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909" y="1433561"/>
                <a:ext cx="5751576" cy="56874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89EE8793-D1A1-E67F-61D6-2C32015A48CA}"/>
                  </a:ext>
                </a:extLst>
              </p:cNvPr>
              <p:cNvSpPr txBox="1"/>
              <p:nvPr/>
            </p:nvSpPr>
            <p:spPr>
              <a:xfrm>
                <a:off x="5486783" y="5243115"/>
                <a:ext cx="395665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CO" sz="1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89EE8793-D1A1-E67F-61D6-2C32015A4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783" y="5243115"/>
                <a:ext cx="3956657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69B9928D-3C4E-68AB-3B4D-3F5C1D3F3391}"/>
                  </a:ext>
                </a:extLst>
              </p:cNvPr>
              <p:cNvSpPr txBox="1"/>
              <p:nvPr/>
            </p:nvSpPr>
            <p:spPr>
              <a:xfrm>
                <a:off x="6356945" y="5582887"/>
                <a:ext cx="3037637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pt-BR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t-BR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1400" b="0" i="0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1400" b="0" i="1" noProof="0" smtClean="0">
                                      <a:solidFill>
                                        <a:srgbClr val="E405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400" b="0" i="1" noProof="0" smtClean="0">
                                          <a:solidFill>
                                            <a:srgbClr val="E4059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pt-BR" sz="1400" b="0" i="1" noProof="0" smtClean="0">
                                              <a:solidFill>
                                                <a:srgbClr val="E4059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CO" sz="1400" b="0" i="1" noProof="0" smtClean="0">
                                              <a:solidFill>
                                                <a:srgbClr val="E4059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pt-BR" sz="1400" b="0" i="1" noProof="0" smtClean="0">
                                              <a:solidFill>
                                                <a:srgbClr val="E4059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pt-BR" sz="1400" b="0" i="1" noProof="0" smtClean="0">
                                              <a:solidFill>
                                                <a:srgbClr val="E4059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pt-BR" sz="1400" b="0" i="1" noProof="0" smtClean="0">
                                          <a:solidFill>
                                            <a:srgbClr val="E4059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pt-BR" sz="1400" b="0" i="1" noProof="0" smtClean="0">
                                              <a:solidFill>
                                                <a:srgbClr val="E4059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400" b="0" i="1" noProof="0" smtClean="0">
                                              <a:solidFill>
                                                <a:srgbClr val="E4059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sz="1400" b="0" i="1" noProof="0" smtClean="0">
                                              <a:solidFill>
                                                <a:srgbClr val="E4059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pt-BR" sz="1400" b="0" i="1" noProof="0" smtClean="0">
                                      <a:solidFill>
                                        <a:srgbClr val="E4059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pt-BR" sz="1400" b="0" i="1" noProof="0" smtClean="0">
                                          <a:solidFill>
                                            <a:srgbClr val="E4059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pt-BR" sz="1400" b="0" i="1" noProof="0" smtClean="0">
                                              <a:solidFill>
                                                <a:srgbClr val="E4059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CO" sz="1400" b="0" i="1" noProof="0" smtClean="0">
                                              <a:solidFill>
                                                <a:srgbClr val="E4059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pt-BR" sz="1400" b="0" i="1" noProof="0" smtClean="0">
                                              <a:solidFill>
                                                <a:srgbClr val="E4059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𝑠𝑠</m:t>
                                          </m:r>
                                        </m:sub>
                                        <m:sup>
                                          <m:r>
                                            <a:rPr lang="pt-BR" sz="1400" b="0" i="1" noProof="0" smtClean="0">
                                              <a:solidFill>
                                                <a:srgbClr val="E4059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pt-BR" sz="1400" b="0" i="1" noProof="0" smtClean="0">
                                              <a:solidFill>
                                                <a:srgbClr val="E4059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400" b="0" i="1" noProof="0" smtClean="0">
                                              <a:solidFill>
                                                <a:srgbClr val="E4059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sz="1400" b="0" i="1" noProof="0" smtClean="0">
                                              <a:solidFill>
                                                <a:srgbClr val="E4059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𝑠𝑠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−1 </m:t>
                          </m:r>
                        </m:e>
                      </m:d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69B9928D-3C4E-68AB-3B4D-3F5C1D3F3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945" y="5582887"/>
                <a:ext cx="3037637" cy="57637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3C59D3B9-CA21-8507-2967-52F52AC81D6B}"/>
                  </a:ext>
                </a:extLst>
              </p:cNvPr>
              <p:cNvSpPr txBox="1"/>
              <p:nvPr/>
            </p:nvSpPr>
            <p:spPr>
              <a:xfrm>
                <a:off x="6356945" y="6144875"/>
                <a:ext cx="265556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pt-BR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pt-BR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pt-BR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pt-BR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pt-BR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s-CO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3C59D3B9-CA21-8507-2967-52F52AC81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945" y="6144875"/>
                <a:ext cx="2655562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Tabla 52">
                <a:extLst>
                  <a:ext uri="{FF2B5EF4-FFF2-40B4-BE49-F238E27FC236}">
                    <a16:creationId xmlns:a16="http://schemas.microsoft.com/office/drawing/2014/main" id="{D8E17031-664E-7276-1137-FE2FA1F8EA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8072410"/>
                  </p:ext>
                </p:extLst>
              </p:nvPr>
            </p:nvGraphicFramePr>
            <p:xfrm>
              <a:off x="5379856" y="3246102"/>
              <a:ext cx="5507768" cy="7232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490482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394668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86556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ctr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400" b="0" i="1" kern="1200" noProof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  <m: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pt-BR" sz="1400" b="0" i="1" kern="1200" noProof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pt-BR" sz="14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4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𝑠𝑠</m:t>
                                    </m:r>
                                  </m:sub>
                                </m:sSub>
                                <m:r>
                                  <a:rPr lang="es-ES" sz="1400" b="0" i="1" kern="1200" noProof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s-ES" sz="14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ES" sz="14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𝑏</m:t>
                                        </m:r>
                                      </m:num>
                                      <m:den>
                                        <m:r>
                                          <a:rPr lang="es-ES" sz="14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  <m:r>
                                      <a:rPr lang="es-ES" sz="1400" b="0" i="1" kern="1200" noProof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ES" sz="1400" b="0" i="1" kern="1200" noProof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b="0" i="1" kern="1200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b="0" i="1" kern="1200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b="0" i="1" kern="1200" noProof="0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pt-BR" sz="14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pt-BR" sz="1400" b="0" i="0" kern="1200" noProof="0" dirty="0">
                            <a:solidFill>
                              <a:schemeClr val="tx1"/>
                            </a:solidFill>
                            <a:latin typeface="Gotham Light" pitchFamily="2" charset="0"/>
                            <a:ea typeface="+mn-ea"/>
                            <a:cs typeface="+mn-cs"/>
                            <a:sym typeface="Calibri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Tabla 52">
                <a:extLst>
                  <a:ext uri="{FF2B5EF4-FFF2-40B4-BE49-F238E27FC236}">
                    <a16:creationId xmlns:a16="http://schemas.microsoft.com/office/drawing/2014/main" id="{D8E17031-664E-7276-1137-FE2FA1F8EA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8072410"/>
                  </p:ext>
                </p:extLst>
              </p:nvPr>
            </p:nvGraphicFramePr>
            <p:xfrm>
              <a:off x="5379856" y="3246102"/>
              <a:ext cx="5507768" cy="7232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490482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394668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723202">
                    <a:tc>
                      <a:txBody>
                        <a:bodyPr/>
                        <a:lstStyle/>
                        <a:p>
                          <a:endParaRPr lang="pt-BR" sz="1400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2"/>
                          <a:stretch>
                            <a:fillRect l="-4342" t="-833" r="-8561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latinLnBrk="0" hangingPunct="1"/>
                          <a:endParaRPr lang="pt-BR" sz="1400" b="0" i="0" kern="1200" noProof="0" dirty="0">
                            <a:solidFill>
                              <a:schemeClr val="tx1"/>
                            </a:solidFill>
                            <a:latin typeface="Gotham Light" pitchFamily="2" charset="0"/>
                            <a:ea typeface="+mn-ea"/>
                            <a:cs typeface="+mn-cs"/>
                            <a:sym typeface="Calibri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78AC9EBD-AFA9-8C9F-7A2F-8AA8A0039E53}"/>
                  </a:ext>
                </a:extLst>
              </p:cNvPr>
              <p:cNvSpPr txBox="1"/>
              <p:nvPr/>
            </p:nvSpPr>
            <p:spPr>
              <a:xfrm>
                <a:off x="7816589" y="4399039"/>
                <a:ext cx="1728216" cy="341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es-CO" sz="1400" b="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es-CO" sz="1400" b="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78AC9EBD-AFA9-8C9F-7A2F-8AA8A0039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589" y="4399039"/>
                <a:ext cx="1728216" cy="34118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70A7E221-4AB5-7901-DDB2-BAC649B490C1}"/>
                  </a:ext>
                </a:extLst>
              </p:cNvPr>
              <p:cNvSpPr txBox="1"/>
              <p:nvPr/>
            </p:nvSpPr>
            <p:spPr>
              <a:xfrm>
                <a:off x="9213505" y="5623710"/>
                <a:ext cx="1728216" cy="329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s-CO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s-CO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70A7E221-4AB5-7901-DDB2-BAC649B49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3505" y="5623710"/>
                <a:ext cx="1728216" cy="32951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2844398E-5504-E29E-C291-EAE93CF6C70A}"/>
                  </a:ext>
                </a:extLst>
              </p:cNvPr>
              <p:cNvSpPr txBox="1"/>
              <p:nvPr/>
            </p:nvSpPr>
            <p:spPr>
              <a:xfrm>
                <a:off x="9213505" y="5989878"/>
                <a:ext cx="18504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400" b="0" i="0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CO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pt-BR" sz="1400" b="0" i="1" noProof="0" dirty="0">
                  <a:solidFill>
                    <a:srgbClr val="E40590"/>
                  </a:solidFill>
                </a:endParaRPr>
              </a:p>
            </p:txBody>
          </p:sp>
        </mc:Choice>
        <mc:Fallback xmlns="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2844398E-5504-E29E-C291-EAE93CF6C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3505" y="5989878"/>
                <a:ext cx="1850434" cy="46166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DEC45FE-A4D4-D94C-4450-17471684B087}"/>
                  </a:ext>
                </a:extLst>
              </p:cNvPr>
              <p:cNvSpPr txBox="1"/>
              <p:nvPr/>
            </p:nvSpPr>
            <p:spPr>
              <a:xfrm>
                <a:off x="9101906" y="5297076"/>
                <a:ext cx="26553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CO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b="0" i="0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Sup>
                            <m:sSubSupPr>
                              <m:ctrlPr>
                                <a:rPr lang="es-CO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CO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s-CO" sz="1400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1400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sz="1400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DEC45FE-A4D4-D94C-4450-17471684B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906" y="5297076"/>
                <a:ext cx="2655317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898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87BE0-C5E6-0212-8366-07B8993F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8501D507-3F9F-51CF-3227-D2A6DA2FC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112927AD-1BF5-AA30-A3B8-244B1F7B8FBD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3B50C9E3-3DD3-45CD-FB6B-454B7A19D393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130FA536-6309-33AC-1D4C-6E2417BB49EB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DB2D4345-9881-4EB6-EEA7-BCBA763C314E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07233594-6E7E-0513-D013-3EB8DF8F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22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1138612A-B0A9-B6CF-AD00-7DE8932679BA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  <p:pic>
        <p:nvPicPr>
          <p:cNvPr id="9" name="Imagen 8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02734F8A-107A-9C2B-A2F4-2168FFFFD3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99" y="1571727"/>
            <a:ext cx="7200000" cy="432000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45FC1C8-0C98-037F-A048-F154D30C0A7D}"/>
              </a:ext>
            </a:extLst>
          </p:cNvPr>
          <p:cNvSpPr txBox="1">
            <a:spLocks/>
          </p:cNvSpPr>
          <p:nvPr/>
        </p:nvSpPr>
        <p:spPr bwMode="auto">
          <a:xfrm>
            <a:off x="1653117" y="598260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Simulação de um choque de 100 bps na taxa de juro internacional</a:t>
            </a:r>
            <a:endParaRPr lang="pt-BR" sz="2800" b="1" noProof="0" dirty="0">
              <a:solidFill>
                <a:srgbClr val="0BFA9E"/>
              </a:solidFill>
              <a:latin typeface="Gotham Blac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9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69E12-2809-3652-4C7D-5F9020B50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B9EAD9F-A293-AE66-D156-EA9B112D6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6C1AB451-58BE-855A-DA35-4EDF96A4A6D4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09814DEE-0E3E-ED1D-E955-18F06540DEBA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E45D054D-1DFA-9606-AE5E-E540565C9700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73C4DF78-DC19-86B9-529D-D3EB6E04DAB0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A6DC0E35-0BCE-45A3-E763-84B4CB637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23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CA921FE0-91AC-7378-B020-4EE02C54292C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  <p:pic>
        <p:nvPicPr>
          <p:cNvPr id="8" name="Imagen 7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29C96B34-72C0-9A22-E0E9-A0BA712B4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00" y="1681393"/>
            <a:ext cx="7200000" cy="43200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B93F8F23-D23F-635E-9E58-4A5700FEE5FA}"/>
              </a:ext>
            </a:extLst>
          </p:cNvPr>
          <p:cNvSpPr txBox="1">
            <a:spLocks/>
          </p:cNvSpPr>
          <p:nvPr/>
        </p:nvSpPr>
        <p:spPr bwMode="auto">
          <a:xfrm>
            <a:off x="1500717" y="445860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Efeitos macrofiscais de um choque de taxa de juro internacional</a:t>
            </a:r>
            <a:endParaRPr lang="pt-BR" sz="2800" b="1" noProof="0" dirty="0">
              <a:solidFill>
                <a:srgbClr val="0BFA9E"/>
              </a:solidFill>
              <a:latin typeface="Gotham Blac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92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65AE94D6-6663-4390-151A-6CF1C4DD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24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C7881992-5C56-3A76-8AD9-04C23C8CDF77}"/>
              </a:ext>
            </a:extLst>
          </p:cNvPr>
          <p:cNvSpPr txBox="1"/>
          <p:nvPr/>
        </p:nvSpPr>
        <p:spPr>
          <a:xfrm>
            <a:off x="412371" y="179321"/>
            <a:ext cx="1147071" cy="374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/>
                <a:cs typeface="Gotham Black"/>
              </a:rPr>
              <a:t>RBC de economia aberta</a:t>
            </a:r>
          </a:p>
        </p:txBody>
      </p:sp>
      <p:pic>
        <p:nvPicPr>
          <p:cNvPr id="8" name="Imagen 7" descr="Gráfico&#10;&#10;El contenido generado por IA puede ser incorrecto.">
            <a:extLst>
              <a:ext uri="{FF2B5EF4-FFF2-40B4-BE49-F238E27FC236}">
                <a16:creationId xmlns:a16="http://schemas.microsoft.com/office/drawing/2014/main" id="{B7B733FB-DCA7-C367-6395-928312C08B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190" y="1662473"/>
            <a:ext cx="7200000" cy="43200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E4C2AF9C-F7D3-294F-5B2B-A3E8CB3C1262}"/>
              </a:ext>
            </a:extLst>
          </p:cNvPr>
          <p:cNvSpPr txBox="1">
            <a:spLocks/>
          </p:cNvSpPr>
          <p:nvPr/>
        </p:nvSpPr>
        <p:spPr bwMode="auto">
          <a:xfrm>
            <a:off x="1500717" y="445860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Efeitos macrofiscais de um choque de taxa de juro internacional</a:t>
            </a:r>
            <a:endParaRPr lang="pt-BR" sz="2800" b="1" noProof="0" dirty="0">
              <a:solidFill>
                <a:srgbClr val="0BFA9E"/>
              </a:solidFill>
              <a:latin typeface="Gotham Blac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6EB041-5414-4741-8F8D-9A3C9C467F74}"/>
              </a:ext>
            </a:extLst>
          </p:cNvPr>
          <p:cNvSpPr/>
          <p:nvPr/>
        </p:nvSpPr>
        <p:spPr>
          <a:xfrm>
            <a:off x="1" y="0"/>
            <a:ext cx="68455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noProof="0" dirty="0"/>
          </a:p>
        </p:txBody>
      </p:sp>
      <p:pic>
        <p:nvPicPr>
          <p:cNvPr id="3" name="Picture 2" descr="Like Thumbs Up Svg Png Icon Free Download (#504758) - OnlineWebFonts.COM">
            <a:extLst>
              <a:ext uri="{FF2B5EF4-FFF2-40B4-BE49-F238E27FC236}">
                <a16:creationId xmlns:a16="http://schemas.microsoft.com/office/drawing/2014/main" id="{10ABC57D-E7B8-4C1A-A0F5-4DDCBA30C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146" y="1531042"/>
            <a:ext cx="973680" cy="100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5">
            <a:extLst>
              <a:ext uri="{FF2B5EF4-FFF2-40B4-BE49-F238E27FC236}">
                <a16:creationId xmlns:a16="http://schemas.microsoft.com/office/drawing/2014/main" id="{296E0E44-2C77-426C-B778-74EAA48298DF}"/>
              </a:ext>
            </a:extLst>
          </p:cNvPr>
          <p:cNvSpPr txBox="1"/>
          <p:nvPr/>
        </p:nvSpPr>
        <p:spPr>
          <a:xfrm>
            <a:off x="1402716" y="2921430"/>
            <a:ext cx="3954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spc="400" noProof="0" dirty="0">
                <a:solidFill>
                  <a:schemeClr val="bg1"/>
                </a:solidFill>
                <a:latin typeface="Gotham Black" panose="02000604040000020004" pitchFamily="50" charset="0"/>
              </a:rPr>
              <a:t>Obrigado!</a:t>
            </a:r>
          </a:p>
        </p:txBody>
      </p:sp>
      <p:cxnSp>
        <p:nvCxnSpPr>
          <p:cNvPr id="5" name="Conector recto 6">
            <a:extLst>
              <a:ext uri="{FF2B5EF4-FFF2-40B4-BE49-F238E27FC236}">
                <a16:creationId xmlns:a16="http://schemas.microsoft.com/office/drawing/2014/main" id="{02C85109-2E4D-4ECC-B661-808B0DE5DE73}"/>
              </a:ext>
            </a:extLst>
          </p:cNvPr>
          <p:cNvCxnSpPr>
            <a:cxnSpLocks/>
          </p:cNvCxnSpPr>
          <p:nvPr/>
        </p:nvCxnSpPr>
        <p:spPr>
          <a:xfrm>
            <a:off x="2073897" y="2847370"/>
            <a:ext cx="261217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3">
            <a:extLst>
              <a:ext uri="{FF2B5EF4-FFF2-40B4-BE49-F238E27FC236}">
                <a16:creationId xmlns:a16="http://schemas.microsoft.com/office/drawing/2014/main" id="{46F5989E-A3AD-818D-F1BE-AB01284250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35932" y="5141499"/>
            <a:ext cx="2088109" cy="83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1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791F2FF74FE647BEB7D66EDC6ACFB8" ma:contentTypeVersion="11" ma:contentTypeDescription="Crie um novo documento." ma:contentTypeScope="" ma:versionID="fa8570d5ca1646720069d0478eb07027">
  <xsd:schema xmlns:xsd="http://www.w3.org/2001/XMLSchema" xmlns:xs="http://www.w3.org/2001/XMLSchema" xmlns:p="http://schemas.microsoft.com/office/2006/metadata/properties" xmlns:ns2="aa77b521-bb78-49ba-90b0-b4b8601caa35" xmlns:ns3="b2cee2c6-2ed0-42b7-b786-aa214d83ac2f" targetNamespace="http://schemas.microsoft.com/office/2006/metadata/properties" ma:root="true" ma:fieldsID="dcfb82b72cab0eb0447d5aa79a5990e7" ns2:_="" ns3:_="">
    <xsd:import namespace="aa77b521-bb78-49ba-90b0-b4b8601caa35"/>
    <xsd:import namespace="b2cee2c6-2ed0-42b7-b786-aa214d83ac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7b521-bb78-49ba-90b0-b4b8601caa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aa448f4b-15e7-4d22-b9c3-2e0136a08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ee2c6-2ed0-42b7-b786-aa214d83ac2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a685617-45f0-4794-9508-c6a13d45579a}" ma:internalName="TaxCatchAll" ma:showField="CatchAllData" ma:web="b2cee2c6-2ed0-42b7-b786-aa214d83ac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2cee2c6-2ed0-42b7-b786-aa214d83ac2f" xsi:nil="true"/>
    <lcf76f155ced4ddcb4097134ff3c332f xmlns="aa77b521-bb78-49ba-90b0-b4b8601caa3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04707C1-A43A-4ECF-B869-E953F1F74D5C}"/>
</file>

<file path=customXml/itemProps2.xml><?xml version="1.0" encoding="utf-8"?>
<ds:datastoreItem xmlns:ds="http://schemas.openxmlformats.org/officeDocument/2006/customXml" ds:itemID="{B25432FB-3B06-4B57-8EF1-20C7349DB330}"/>
</file>

<file path=customXml/itemProps3.xml><?xml version="1.0" encoding="utf-8"?>
<ds:datastoreItem xmlns:ds="http://schemas.openxmlformats.org/officeDocument/2006/customXml" ds:itemID="{B15201F0-B4DB-4426-BD92-B89AAC8046B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590</TotalTime>
  <Words>1669</Words>
  <Application>Microsoft Office PowerPoint</Application>
  <PresentationFormat>Panorámica</PresentationFormat>
  <Paragraphs>402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7" baseType="lpstr">
      <vt:lpstr>Gotham Light</vt:lpstr>
      <vt:lpstr>Calibri Light</vt:lpstr>
      <vt:lpstr>Arial</vt:lpstr>
      <vt:lpstr>Cambria Math</vt:lpstr>
      <vt:lpstr>Gotham Book</vt:lpstr>
      <vt:lpstr>Aptos Black</vt:lpstr>
      <vt:lpstr>GOTHAM-BOOK</vt:lpstr>
      <vt:lpstr>Gotham Black</vt:lpstr>
      <vt:lpstr>Open Sans</vt:lpstr>
      <vt:lpstr>Calibri</vt:lpstr>
      <vt:lpstr>Gotham Medium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A. Parra A.</dc:creator>
  <cp:lastModifiedBy>Daniel Rueda</cp:lastModifiedBy>
  <cp:revision>10</cp:revision>
  <dcterms:created xsi:type="dcterms:W3CDTF">2022-09-24T00:13:20Z</dcterms:created>
  <dcterms:modified xsi:type="dcterms:W3CDTF">2025-12-23T14:19:07Z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0x010100BB791F2FF74FE647BEB7D66EDC6ACFB8</vt:lpwstr>
  </property>
</Properties>
</file>