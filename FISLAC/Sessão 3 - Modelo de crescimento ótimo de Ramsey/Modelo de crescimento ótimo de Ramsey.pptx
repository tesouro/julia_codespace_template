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72" r:id="rId4"/>
  </p:sldMasterIdLst>
  <p:notesMasterIdLst>
    <p:notesMasterId r:id="rId41"/>
  </p:notesMasterIdLst>
  <p:sldIdLst>
    <p:sldId id="357" r:id="rId5"/>
    <p:sldId id="1176" r:id="rId6"/>
    <p:sldId id="1067" r:id="rId7"/>
    <p:sldId id="1068" r:id="rId8"/>
    <p:sldId id="1177" r:id="rId9"/>
    <p:sldId id="1178" r:id="rId10"/>
    <p:sldId id="1070" r:id="rId11"/>
    <p:sldId id="1071" r:id="rId12"/>
    <p:sldId id="1073" r:id="rId13"/>
    <p:sldId id="1179" r:id="rId14"/>
    <p:sldId id="1075" r:id="rId15"/>
    <p:sldId id="1180" r:id="rId16"/>
    <p:sldId id="1077" r:id="rId17"/>
    <p:sldId id="1078" r:id="rId18"/>
    <p:sldId id="1079" r:id="rId19"/>
    <p:sldId id="1080" r:id="rId20"/>
    <p:sldId id="1081" r:id="rId21"/>
    <p:sldId id="1195" r:id="rId22"/>
    <p:sldId id="1083" r:id="rId23"/>
    <p:sldId id="1084" r:id="rId24"/>
    <p:sldId id="1196" r:id="rId25"/>
    <p:sldId id="1197" r:id="rId26"/>
    <p:sldId id="1198" r:id="rId27"/>
    <p:sldId id="1089" r:id="rId28"/>
    <p:sldId id="1182" r:id="rId29"/>
    <p:sldId id="1183" r:id="rId30"/>
    <p:sldId id="1184" r:id="rId31"/>
    <p:sldId id="1185" r:id="rId32"/>
    <p:sldId id="1186" r:id="rId33"/>
    <p:sldId id="1187" r:id="rId34"/>
    <p:sldId id="1188" r:id="rId35"/>
    <p:sldId id="1189" r:id="rId36"/>
    <p:sldId id="1190" r:id="rId37"/>
    <p:sldId id="1191" r:id="rId38"/>
    <p:sldId id="1192" r:id="rId39"/>
    <p:sldId id="901" r:id="rId40"/>
  </p:sldIdLst>
  <p:sldSz cx="12192000" cy="6858000"/>
  <p:notesSz cx="6858000" cy="9144000"/>
  <p:embeddedFontLst>
    <p:embeddedFont>
      <p:font typeface="Cambria Math" panose="02040503050406030204" pitchFamily="18" charset="0"/>
      <p:regular r:id="rId42"/>
    </p:embeddedFont>
    <p:embeddedFont>
      <p:font typeface="Consolas" panose="020B0609020204030204" pitchFamily="49" charset="0"/>
      <p:regular r:id="rId43"/>
      <p:bold r:id="rId44"/>
      <p:italic r:id="rId45"/>
      <p:boldItalic r:id="rId46"/>
    </p:embeddedFont>
    <p:embeddedFont>
      <p:font typeface="Gotham Black" panose="020B0604020202020204" charset="0"/>
      <p:regular r:id="rId47"/>
      <p:bold r:id="rId48"/>
      <p:italic r:id="rId49"/>
      <p:boldItalic r:id="rId50"/>
    </p:embeddedFont>
    <p:embeddedFont>
      <p:font typeface="Gotham Bold" panose="020B0604020202020204" charset="0"/>
      <p:regular r:id="rId51"/>
      <p:bold r:id="rId52"/>
      <p:italic r:id="rId53"/>
      <p:boldItalic r:id="rId54"/>
    </p:embeddedFont>
    <p:embeddedFont>
      <p:font typeface="Gotham Book" panose="020B0604020202020204" charset="0"/>
      <p:regular r:id="rId55"/>
      <p:bold r:id="rId56"/>
      <p:italic r:id="rId57"/>
      <p:boldItalic r:id="rId58"/>
    </p:embeddedFont>
    <p:embeddedFont>
      <p:font typeface="Gotham Light" panose="020B0604020202020204" charset="0"/>
      <p:regular r:id="rId59"/>
      <p:bold r:id="rId60"/>
      <p:italic r:id="rId61"/>
      <p:boldItalic r:id="rId62"/>
    </p:embeddedFont>
    <p:embeddedFont>
      <p:font typeface="Gotham Medium" panose="020B0604020202020204" charset="0"/>
      <p:regular r:id="rId63"/>
      <p:bold r:id="rId64"/>
      <p:italic r:id="rId65"/>
      <p:boldItalic r:id="rId66"/>
    </p:embeddedFont>
    <p:embeddedFont>
      <p:font typeface="GOTHAM-BOOK" panose="020B0604020202020204" charset="0"/>
      <p:regular r:id="rId67"/>
      <p:bold r:id="rId68"/>
      <p:italic r:id="rId69"/>
      <p:boldItalic r:id="rId7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FF"/>
    <a:srgbClr val="12BEC5"/>
    <a:srgbClr val="E40590"/>
    <a:srgbClr val="009999"/>
    <a:srgbClr val="B5B5B5"/>
    <a:srgbClr val="B4C7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Estilo claro 2 - Acento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3972" autoAdjust="0"/>
    <p:restoredTop sz="95033" autoAdjust="0"/>
  </p:normalViewPr>
  <p:slideViewPr>
    <p:cSldViewPr snapToGrid="0">
      <p:cViewPr varScale="1">
        <p:scale>
          <a:sx n="107" d="100"/>
          <a:sy n="107" d="100"/>
        </p:scale>
        <p:origin x="15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font" Target="fonts/font1.fntdata"/><Relationship Id="rId47" Type="http://schemas.openxmlformats.org/officeDocument/2006/relationships/font" Target="fonts/font6.fntdata"/><Relationship Id="rId63" Type="http://schemas.openxmlformats.org/officeDocument/2006/relationships/font" Target="fonts/font22.fntdata"/><Relationship Id="rId68" Type="http://schemas.openxmlformats.org/officeDocument/2006/relationships/font" Target="fonts/font27.fntdata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font" Target="fonts/font4.fntdata"/><Relationship Id="rId53" Type="http://schemas.openxmlformats.org/officeDocument/2006/relationships/font" Target="fonts/font12.fntdata"/><Relationship Id="rId58" Type="http://schemas.openxmlformats.org/officeDocument/2006/relationships/font" Target="fonts/font17.fntdata"/><Relationship Id="rId66" Type="http://schemas.openxmlformats.org/officeDocument/2006/relationships/font" Target="fonts/font25.fntdata"/><Relationship Id="rId74" Type="http://schemas.openxmlformats.org/officeDocument/2006/relationships/tableStyles" Target="tableStyles.xml"/><Relationship Id="rId5" Type="http://schemas.openxmlformats.org/officeDocument/2006/relationships/slide" Target="slides/slide1.xml"/><Relationship Id="rId61" Type="http://schemas.openxmlformats.org/officeDocument/2006/relationships/font" Target="fonts/font20.fntdata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font" Target="fonts/font2.fntdata"/><Relationship Id="rId48" Type="http://schemas.openxmlformats.org/officeDocument/2006/relationships/font" Target="fonts/font7.fntdata"/><Relationship Id="rId56" Type="http://schemas.openxmlformats.org/officeDocument/2006/relationships/font" Target="fonts/font15.fntdata"/><Relationship Id="rId64" Type="http://schemas.openxmlformats.org/officeDocument/2006/relationships/font" Target="fonts/font23.fntdata"/><Relationship Id="rId69" Type="http://schemas.openxmlformats.org/officeDocument/2006/relationships/font" Target="fonts/font28.fntdata"/><Relationship Id="rId8" Type="http://schemas.openxmlformats.org/officeDocument/2006/relationships/slide" Target="slides/slide4.xml"/><Relationship Id="rId51" Type="http://schemas.openxmlformats.org/officeDocument/2006/relationships/font" Target="fonts/font10.fntdata"/><Relationship Id="rId72" Type="http://schemas.openxmlformats.org/officeDocument/2006/relationships/viewProps" Target="view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font" Target="fonts/font5.fntdata"/><Relationship Id="rId59" Type="http://schemas.openxmlformats.org/officeDocument/2006/relationships/font" Target="fonts/font18.fntdata"/><Relationship Id="rId67" Type="http://schemas.openxmlformats.org/officeDocument/2006/relationships/font" Target="fonts/font26.fntdata"/><Relationship Id="rId20" Type="http://schemas.openxmlformats.org/officeDocument/2006/relationships/slide" Target="slides/slide16.xml"/><Relationship Id="rId41" Type="http://schemas.openxmlformats.org/officeDocument/2006/relationships/notesMaster" Target="notesMasters/notesMaster1.xml"/><Relationship Id="rId54" Type="http://schemas.openxmlformats.org/officeDocument/2006/relationships/font" Target="fonts/font13.fntdata"/><Relationship Id="rId62" Type="http://schemas.openxmlformats.org/officeDocument/2006/relationships/font" Target="fonts/font21.fntdata"/><Relationship Id="rId70" Type="http://schemas.openxmlformats.org/officeDocument/2006/relationships/font" Target="fonts/font29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font" Target="fonts/font8.fntdata"/><Relationship Id="rId57" Type="http://schemas.openxmlformats.org/officeDocument/2006/relationships/font" Target="fonts/font16.fntdata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font" Target="fonts/font3.fntdata"/><Relationship Id="rId52" Type="http://schemas.openxmlformats.org/officeDocument/2006/relationships/font" Target="fonts/font11.fntdata"/><Relationship Id="rId60" Type="http://schemas.openxmlformats.org/officeDocument/2006/relationships/font" Target="fonts/font19.fntdata"/><Relationship Id="rId65" Type="http://schemas.openxmlformats.org/officeDocument/2006/relationships/font" Target="fonts/font24.fntdata"/><Relationship Id="rId73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font" Target="fonts/font9.fntdata"/><Relationship Id="rId55" Type="http://schemas.openxmlformats.org/officeDocument/2006/relationships/font" Target="fonts/font14.fntdata"/><Relationship Id="rId7" Type="http://schemas.openxmlformats.org/officeDocument/2006/relationships/slide" Target="slides/slide3.xml"/><Relationship Id="rId71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7DAE92-B27C-4AAD-93B4-4F0472E242B6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9BD022-BCAC-4530-8A09-6C087C0AC14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7744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4F760E-2B37-49F5-B3B6-C5F008A40E85}" type="slidenum">
              <a:rPr kumimoji="0" lang="es-CO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s-CO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603853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4F760E-2B37-49F5-B3B6-C5F008A40E85}" type="slidenum">
              <a:rPr kumimoji="0" lang="es-CO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s-CO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776692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CDD3D5-FD3F-4E2B-B95A-98636B85BE2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4011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CDD3D5-FD3F-4E2B-B95A-98636B85BE2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CDD3D5-FD3F-4E2B-B95A-98636B85BE2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8748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4F760E-2B37-49F5-B3B6-C5F008A40E85}" type="slidenum">
              <a:rPr kumimoji="0" lang="es-CO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s-CO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140410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CDD3D5-FD3F-4E2B-B95A-98636B85BE2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5816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CDD3D5-FD3F-4E2B-B95A-98636B85BE2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4223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CDD3D5-FD3F-4E2B-B95A-98636B85BE2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316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4F760E-2B37-49F5-B3B6-C5F008A40E85}" type="slidenum">
              <a:rPr kumimoji="0" lang="es-CO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s-CO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870009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CDD3D5-FD3F-4E2B-B95A-98636B85BE2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9145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4F760E-2B37-49F5-B3B6-C5F008A40E85}" type="slidenum">
              <a:rPr kumimoji="0" lang="es-CO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s-CO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7675329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CDD3D5-FD3F-4E2B-B95A-98636B85BE2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14957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CDD3D5-FD3F-4E2B-B95A-98636B85BE2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14527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CDD3D5-FD3F-4E2B-B95A-98636B85BE2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64517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CDD3D5-FD3F-4E2B-B95A-98636B85BE2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47065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CDD3D5-FD3F-4E2B-B95A-98636B85BE2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44735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320801-0AE5-C6B7-72ED-EB781E0550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57791F-EFF1-EADC-168F-7A85E9C048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34A463-3A58-3436-0D84-F9A40145E8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1EFF34-427E-8756-565F-8F16677C1B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CDD3D5-FD3F-4E2B-B95A-98636B85BE2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28089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CDD3D5-FD3F-4E2B-B95A-98636B85BE2B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71296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CDD3D5-FD3F-4E2B-B95A-98636B85BE2B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172859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41C289-6FD7-B39A-DAE4-307829FD3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E5AFBE-6159-4213-4BA6-718B18533F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309041-65AF-01FE-42A6-1CB8DCF2C5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027D3C-3D14-FCBB-84D2-78B229B717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CDD3D5-FD3F-4E2B-B95A-98636B85BE2B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83953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B20207-73CF-0677-62EF-CF3EC73BC7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8C01F4-3651-3489-43C8-D8620A1F2B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4BC664-9801-4E30-9AB4-BC68D630DB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45D2CC-A9AE-04AB-79C2-183DC5E8FE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CDD3D5-FD3F-4E2B-B95A-98636B85BE2B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95412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353F1D-E395-0530-F143-1425CAF8D0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AFF94A-DE42-0777-0FC1-2C2703C91F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48E952-5092-859B-0961-DE0A5C8733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76713A-54F6-76D9-58A3-929603AC97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CDD3D5-FD3F-4E2B-B95A-98636B85BE2B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75423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CDD3D5-FD3F-4E2B-B95A-98636B85BE2B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48067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4F760E-2B37-49F5-B3B6-C5F008A40E85}" type="slidenum">
              <a:rPr kumimoji="0" lang="es-CO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s-CO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6801799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CDD3D5-FD3F-4E2B-B95A-98636B85BE2B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38489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CDD3D5-FD3F-4E2B-B95A-98636B85BE2B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06771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CDD3D5-FD3F-4E2B-B95A-98636B85BE2B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41344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CDD3D5-FD3F-4E2B-B95A-98636B85BE2B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53538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CDD3D5-FD3F-4E2B-B95A-98636B85BE2B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39618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CDD3D5-FD3F-4E2B-B95A-98636B85BE2B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38311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CDD3D5-FD3F-4E2B-B95A-98636B85BE2B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26140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CDD3D5-FD3F-4E2B-B95A-98636B85BE2B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92515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CDD3D5-FD3F-4E2B-B95A-98636B85BE2B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83892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CDD3D5-FD3F-4E2B-B95A-98636B85BE2B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70197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  <a:p>
            <a:endParaRPr lang="en-US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EE63155-5487-409A-AB2B-F62D9FAD7D58}" type="slidenum">
              <a:rPr kumimoji="0" lang="es-419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s-419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05009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AF8EF-81C3-0E5A-6F0C-00F2EBCF04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96940F-453D-EB80-3382-DFF3AAC6C5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F16CA-9996-5F90-6A63-03E42181CB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C6BFC-635F-4CDC-9C47-1CE25661987F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FE58F1-EEE4-8AFF-D8E9-49BA76CB9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36D113-C1ED-3A29-D452-C98C31601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2E28F-DB61-410F-B818-2EF37AA683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6341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93D26-5075-2EE8-E428-759D95E495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942B99-A791-2915-F221-6AB83DF28C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0EAF53-DA14-E7F2-7787-B0CD25A656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C6BFC-635F-4CDC-9C47-1CE25661987F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099C9C-E5FC-4475-8D2D-BE7BD9A32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C2E230-EB22-82AC-7FB3-CA1D2EC8F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2E28F-DB61-410F-B818-2EF37AA683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2598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B429D-32A2-C121-5551-C97EB99F3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4029ED-A04F-BC2D-C5C6-958ECC3175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7E912C-87F7-AFA3-1C59-2B440D739C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C6BFC-635F-4CDC-9C47-1CE25661987F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8612FD-950C-C5F7-52A8-4FD24A260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FECC02-AEDB-A5D8-33D9-A876A9FAC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2E28F-DB61-410F-B818-2EF37AA683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357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13B24E-11C6-1755-6F0C-DC3ECB1B57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3BBC04-5D0E-29AB-A4BE-DAAEA88561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05EEFD-94B2-3FF1-C60E-E62FBA1BEA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D7F1FD-E6CB-5C7B-1247-9C643D82A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C6BFC-635F-4CDC-9C47-1CE25661987F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A2A8C6-430B-DDFF-B535-F24117F17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25DA27-F804-B3A4-06CC-AB6CC7BF9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2E28F-DB61-410F-B818-2EF37AA683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9500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8D5F0-1817-D8A5-2151-9D6AB1F0F3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E86F8C-518A-D573-C59C-D018076A5C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4DFF44-4258-D13B-F962-CA69DE4D54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8CD92E-58F9-B84C-C7BE-4C7B63C7B1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108050-3AB4-35C7-4D53-D2ED8F9471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82BE9F8-5B1F-A3A9-BF5F-30C6188C6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C6BFC-635F-4CDC-9C47-1CE25661987F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D46A9C-007F-F18C-F0F6-176553236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9BB71A9-50EA-86A2-772E-C0961B9A8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2E28F-DB61-410F-B818-2EF37AA683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5976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EC2D0-0B09-B685-8197-00B1F5097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CF7B98-5857-014A-2699-63D14E242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C6BFC-635F-4CDC-9C47-1CE25661987F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0D55FF-9196-3C15-21A0-178954997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7CC0CD-3B20-961A-D862-E0DE58600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2E28F-DB61-410F-B818-2EF37AA683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4094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46AAF0-BA72-9020-0CC9-EFCDC278F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C6BFC-635F-4CDC-9C47-1CE25661987F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9E664C-4919-0D88-7B3F-40B121980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748FCA-4C3A-620A-59B3-0768A021C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2E28F-DB61-410F-B818-2EF37AA683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6705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1E1C5-4B6A-A0AE-39F2-F8B792D7E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97DDF9-C740-558A-64E8-EC949B2C25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FD8A0C-C46E-64D5-13C0-48CAD23C21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6B05ED-0DFF-7B6B-3B89-B81755FD2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C6BFC-635F-4CDC-9C47-1CE25661987F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8AC577-3A85-0082-98DD-6D26FEEA3C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B73807-7380-D16B-6B58-F8867DB52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2E28F-DB61-410F-B818-2EF37AA683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3230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ED451-F6C7-0E13-388F-6FE501E82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B76F524-B09E-C5F8-50BE-CF69B0897C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BB321B-E1D5-B9E3-ABFC-1FE2111309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128404-B95C-EDDF-92D8-F7351ABF8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C6BFC-635F-4CDC-9C47-1CE25661987F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92432B-C34D-2C26-B31F-694E70F49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66DCB9-2153-C4D4-69DD-633164873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2E28F-DB61-410F-B818-2EF37AA683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5395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7B14F-5DBD-1586-B585-176E4E1FC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DACF6B-B0F9-08F7-F52C-0F4BC6B155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121C3A-18E8-5C6B-F38B-14099DCF1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C6BFC-635F-4CDC-9C47-1CE25661987F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4D460D-56E7-0DE6-60E1-72D8F77AB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78802A-DDED-5C4D-27B6-CEA084038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2E28F-DB61-410F-B818-2EF37AA683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6081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362084-D4F5-24CB-714A-E7B233F26D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73562C-AD91-374D-63B3-EBE75582F3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190299-D71F-8451-6AB9-490E9F6481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C6BFC-635F-4CDC-9C47-1CE25661987F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6EDF32-B962-FEF9-FB48-AAF9355DA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005CCF-55A5-338E-6C03-B53F3336D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2E28F-DB61-410F-B818-2EF37AA683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73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74EA1C-487D-A403-0ADE-9DB81EB4AA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D86088-E4B4-0B17-127D-34A79BBC43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E23609-65B1-CD73-D3FE-3BBA732FE4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BADA89-7169-477B-8F0D-F02B2FCC6E55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8058BE-83E3-1FB2-EF02-837B79E1E6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2987B6-998D-0CBB-B21D-27EA22FBD9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F25240-6CE1-4E75-8079-08EC4C216CC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085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2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Relationship Id="rId9" Type="http://schemas.openxmlformats.org/officeDocument/2006/relationships/image" Target="../media/image4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2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4.png"/><Relationship Id="rId5" Type="http://schemas.openxmlformats.org/officeDocument/2006/relationships/image" Target="../media/image36.png"/><Relationship Id="rId10" Type="http://schemas.openxmlformats.org/officeDocument/2006/relationships/image" Target="../media/image48.png"/><Relationship Id="rId4" Type="http://schemas.openxmlformats.org/officeDocument/2006/relationships/image" Target="../media/image35.png"/><Relationship Id="rId9" Type="http://schemas.openxmlformats.org/officeDocument/2006/relationships/image" Target="../media/image47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2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8.png"/><Relationship Id="rId5" Type="http://schemas.openxmlformats.org/officeDocument/2006/relationships/image" Target="../media/image36.png"/><Relationship Id="rId10" Type="http://schemas.openxmlformats.org/officeDocument/2006/relationships/image" Target="../media/image37.png"/><Relationship Id="rId4" Type="http://schemas.openxmlformats.org/officeDocument/2006/relationships/image" Target="../media/image35.png"/><Relationship Id="rId9" Type="http://schemas.openxmlformats.org/officeDocument/2006/relationships/image" Target="../media/image48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2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8.png"/><Relationship Id="rId5" Type="http://schemas.openxmlformats.org/officeDocument/2006/relationships/image" Target="../media/image36.png"/><Relationship Id="rId10" Type="http://schemas.openxmlformats.org/officeDocument/2006/relationships/image" Target="../media/image37.png"/><Relationship Id="rId4" Type="http://schemas.openxmlformats.org/officeDocument/2006/relationships/image" Target="../media/image35.png"/><Relationship Id="rId9" Type="http://schemas.openxmlformats.org/officeDocument/2006/relationships/image" Target="../media/image4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image" Target="../media/image2.png"/><Relationship Id="rId7" Type="http://schemas.openxmlformats.org/officeDocument/2006/relationships/image" Target="../media/image5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Relationship Id="rId9" Type="http://schemas.openxmlformats.org/officeDocument/2006/relationships/image" Target="../media/image5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5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svg"/><Relationship Id="rId3" Type="http://schemas.openxmlformats.org/officeDocument/2006/relationships/notesSlide" Target="../notesSlides/notesSlide36.xml"/><Relationship Id="rId7" Type="http://schemas.openxmlformats.org/officeDocument/2006/relationships/image" Target="../media/image68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Relationship Id="rId6" Type="http://schemas.microsoft.com/office/2007/relationships/hdphoto" Target="../media/hdphoto1.wdp"/><Relationship Id="rId5" Type="http://schemas.openxmlformats.org/officeDocument/2006/relationships/image" Target="../media/image67.png"/><Relationship Id="rId4" Type="http://schemas.openxmlformats.org/officeDocument/2006/relationships/image" Target="../media/image66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 descr="Una roca en el mar&#10;&#10;Descripción generada automáticamente con confianza media">
            <a:extLst>
              <a:ext uri="{FF2B5EF4-FFF2-40B4-BE49-F238E27FC236}">
                <a16:creationId xmlns:a16="http://schemas.microsoft.com/office/drawing/2014/main" id="{6968363E-616E-D58B-0C7B-CC12DDE2F9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ángulo 8">
            <a:extLst>
              <a:ext uri="{FF2B5EF4-FFF2-40B4-BE49-F238E27FC236}">
                <a16:creationId xmlns:a16="http://schemas.microsoft.com/office/drawing/2014/main" id="{84F58083-513A-13C8-A8A5-0FA59FC85AE1}"/>
              </a:ext>
            </a:extLst>
          </p:cNvPr>
          <p:cNvSpPr/>
          <p:nvPr/>
        </p:nvSpPr>
        <p:spPr>
          <a:xfrm rot="10800000">
            <a:off x="-1" y="0"/>
            <a:ext cx="12192001" cy="6858001"/>
          </a:xfrm>
          <a:prstGeom prst="rect">
            <a:avLst/>
          </a:prstGeom>
          <a:gradFill flip="none" rotWithShape="1">
            <a:gsLst>
              <a:gs pos="0">
                <a:srgbClr val="1D3E9B">
                  <a:shade val="30000"/>
                  <a:satMod val="115000"/>
                  <a:alpha val="46000"/>
                </a:srgbClr>
              </a:gs>
              <a:gs pos="100000">
                <a:schemeClr val="accent1">
                  <a:lumMod val="75000"/>
                </a:scheme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27EA2D6-94E8-02F4-2045-E51E5991C57B}"/>
              </a:ext>
            </a:extLst>
          </p:cNvPr>
          <p:cNvSpPr txBox="1"/>
          <p:nvPr/>
        </p:nvSpPr>
        <p:spPr>
          <a:xfrm>
            <a:off x="637761" y="2417141"/>
            <a:ext cx="71927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pt-BR" sz="4000" b="1" spc="300" noProof="0" dirty="0">
                <a:solidFill>
                  <a:schemeClr val="bg1"/>
                </a:solidFill>
                <a:latin typeface="Gotham Book" panose="02000604040000020004" pitchFamily="50" charset="0"/>
              </a:rPr>
              <a:t>Modelo de Ramsey</a:t>
            </a:r>
            <a:endParaRPr kumimoji="0" lang="pt-BR" sz="4000" b="0" i="0" u="none" strike="noStrike" kern="1200" cap="none" spc="30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4F74AF0A-D6F5-752D-5EA1-DB0C260048CE}"/>
              </a:ext>
            </a:extLst>
          </p:cNvPr>
          <p:cNvSpPr txBox="1"/>
          <p:nvPr/>
        </p:nvSpPr>
        <p:spPr>
          <a:xfrm>
            <a:off x="2650855" y="4798749"/>
            <a:ext cx="623350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otham Medium" panose="02000604030000020004" pitchFamily="2" charset="0"/>
                <a:ea typeface="+mn-ea"/>
                <a:cs typeface="+mn-cs"/>
              </a:rPr>
              <a:t>Banco Interamericano de </a:t>
            </a:r>
            <a:r>
              <a:rPr kumimoji="0" lang="pt-BR" sz="22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otham Medium" panose="02000604030000020004" pitchFamily="2" charset="0"/>
                <a:ea typeface="+mn-ea"/>
                <a:cs typeface="+mn-cs"/>
              </a:rPr>
              <a:t>Desarrollo</a:t>
            </a:r>
            <a:endParaRPr kumimoji="0" lang="pt-BR" sz="2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otham Medium" panose="02000604030000020004" pitchFamily="2" charset="0"/>
              <a:ea typeface="+mn-ea"/>
              <a:cs typeface="+mn-cs"/>
            </a:endParaRPr>
          </a:p>
          <a:p>
            <a:pPr lvl="0">
              <a:defRPr/>
            </a:pPr>
            <a:r>
              <a:rPr lang="pt-BR" noProof="0" dirty="0">
                <a:solidFill>
                  <a:schemeClr val="bg1"/>
                </a:solidFill>
                <a:latin typeface="GOTHAM-BOOK" panose="02000504050000020004" pitchFamily="2" charset="0"/>
              </a:rPr>
              <a:t>Novembro</a:t>
            </a: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OTHAM-BOOK" panose="02000504050000020004" pitchFamily="2" charset="0"/>
                <a:ea typeface="+mn-ea"/>
                <a:cs typeface="+mn-cs"/>
              </a:rPr>
              <a:t> 2025</a:t>
            </a:r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94F3A286-A12C-755B-D215-6975190E5370}"/>
              </a:ext>
            </a:extLst>
          </p:cNvPr>
          <p:cNvCxnSpPr>
            <a:cxnSpLocks/>
          </p:cNvCxnSpPr>
          <p:nvPr/>
        </p:nvCxnSpPr>
        <p:spPr>
          <a:xfrm>
            <a:off x="2209865" y="4798749"/>
            <a:ext cx="0" cy="707886"/>
          </a:xfrm>
          <a:prstGeom prst="line">
            <a:avLst/>
          </a:prstGeom>
          <a:ln w="15875">
            <a:solidFill>
              <a:schemeClr val="bg1"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CuadroTexto 22">
            <a:extLst>
              <a:ext uri="{FF2B5EF4-FFF2-40B4-BE49-F238E27FC236}">
                <a16:creationId xmlns:a16="http://schemas.microsoft.com/office/drawing/2014/main" id="{DF1F97CE-2895-99EA-98E8-A113BD0F2069}"/>
              </a:ext>
            </a:extLst>
          </p:cNvPr>
          <p:cNvSpPr txBox="1"/>
          <p:nvPr/>
        </p:nvSpPr>
        <p:spPr>
          <a:xfrm>
            <a:off x="700595" y="4860304"/>
            <a:ext cx="133381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pt-BR" sz="1600" b="1" noProof="0" dirty="0">
                <a:solidFill>
                  <a:schemeClr val="bg1"/>
                </a:solidFill>
                <a:latin typeface="GOTHAM-BOOK" panose="02000504050000020004" pitchFamily="2" charset="0"/>
              </a:rPr>
              <a:t>Brasil</a:t>
            </a:r>
            <a:endParaRPr kumimoji="0" lang="pt-BR" sz="1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OTHAM-BOOK" panose="02000504050000020004" pitchFamily="2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OTHAM-BOOK" panose="02000504050000020004" pitchFamily="2" charset="0"/>
                <a:ea typeface="+mn-ea"/>
                <a:cs typeface="+mn-cs"/>
              </a:rPr>
              <a:t>IFD-FMM</a:t>
            </a:r>
            <a:endParaRPr kumimoji="0" lang="pt-BR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OTHAM-BOOK" panose="02000504050000020004" pitchFamily="2" charset="0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4A329B-0ACA-1D9A-377B-92086AC7BAD5}"/>
              </a:ext>
            </a:extLst>
          </p:cNvPr>
          <p:cNvSpPr txBox="1"/>
          <p:nvPr/>
        </p:nvSpPr>
        <p:spPr>
          <a:xfrm>
            <a:off x="709479" y="3278106"/>
            <a:ext cx="421812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pt-BR" sz="1600" b="1" spc="300" noProof="0" dirty="0">
                <a:solidFill>
                  <a:schemeClr val="bg1"/>
                </a:solidFill>
                <a:latin typeface="Gotham Light" pitchFamily="50" charset="0"/>
              </a:rPr>
              <a:t>Assistência técnica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479C97D4-20F4-4F08-D59C-BBF187D566C3}"/>
              </a:ext>
            </a:extLst>
          </p:cNvPr>
          <p:cNvCxnSpPr>
            <a:cxnSpLocks/>
          </p:cNvCxnSpPr>
          <p:nvPr/>
        </p:nvCxnSpPr>
        <p:spPr>
          <a:xfrm>
            <a:off x="709479" y="3201566"/>
            <a:ext cx="4609850" cy="0"/>
          </a:xfrm>
          <a:prstGeom prst="line">
            <a:avLst/>
          </a:prstGeom>
          <a:ln w="1905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9384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14D2D1F-9B27-5C89-1355-5B3387B959A7}"/>
              </a:ext>
            </a:extLst>
          </p:cNvPr>
          <p:cNvSpPr/>
          <p:nvPr/>
        </p:nvSpPr>
        <p:spPr>
          <a:xfrm>
            <a:off x="616179" y="3429000"/>
            <a:ext cx="5307965" cy="296330"/>
          </a:xfrm>
          <a:custGeom>
            <a:avLst/>
            <a:gdLst>
              <a:gd name="csX0" fmla="*/ 0 w 5307965"/>
              <a:gd name="csY0" fmla="*/ 0 h 296330"/>
              <a:gd name="csX1" fmla="*/ 5307965 w 5307965"/>
              <a:gd name="csY1" fmla="*/ 0 h 296330"/>
              <a:gd name="csX2" fmla="*/ 5307965 w 5307965"/>
              <a:gd name="csY2" fmla="*/ 296330 h 296330"/>
              <a:gd name="csX3" fmla="*/ 0 w 5307965"/>
              <a:gd name="csY3" fmla="*/ 296330 h 296330"/>
              <a:gd name="csX4" fmla="*/ 0 w 5307965"/>
              <a:gd name="csY4" fmla="*/ 0 h 29633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307965" h="296330" fill="none" extrusionOk="0">
                <a:moveTo>
                  <a:pt x="0" y="0"/>
                </a:moveTo>
                <a:cubicBezTo>
                  <a:pt x="1732589" y="-109183"/>
                  <a:pt x="2674284" y="-163229"/>
                  <a:pt x="5307965" y="0"/>
                </a:cubicBezTo>
                <a:cubicBezTo>
                  <a:pt x="5313420" y="34486"/>
                  <a:pt x="5325580" y="233745"/>
                  <a:pt x="5307965" y="296330"/>
                </a:cubicBezTo>
                <a:cubicBezTo>
                  <a:pt x="3029299" y="238722"/>
                  <a:pt x="2576615" y="421221"/>
                  <a:pt x="0" y="296330"/>
                </a:cubicBezTo>
                <a:cubicBezTo>
                  <a:pt x="-9837" y="184205"/>
                  <a:pt x="206" y="69926"/>
                  <a:pt x="0" y="0"/>
                </a:cubicBezTo>
                <a:close/>
              </a:path>
              <a:path w="5307965" h="296330" stroke="0" extrusionOk="0">
                <a:moveTo>
                  <a:pt x="0" y="0"/>
                </a:moveTo>
                <a:cubicBezTo>
                  <a:pt x="554136" y="-112441"/>
                  <a:pt x="4472475" y="65671"/>
                  <a:pt x="5307965" y="0"/>
                </a:cubicBezTo>
                <a:cubicBezTo>
                  <a:pt x="5332614" y="123424"/>
                  <a:pt x="5330552" y="264601"/>
                  <a:pt x="5307965" y="296330"/>
                </a:cubicBezTo>
                <a:cubicBezTo>
                  <a:pt x="3821431" y="324062"/>
                  <a:pt x="1905263" y="135395"/>
                  <a:pt x="0" y="296330"/>
                </a:cubicBezTo>
                <a:cubicBezTo>
                  <a:pt x="-17871" y="205506"/>
                  <a:pt x="-25161" y="65157"/>
                  <a:pt x="0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31825359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27EA2D6-94E8-02F4-2045-E51E5991C57B}"/>
              </a:ext>
            </a:extLst>
          </p:cNvPr>
          <p:cNvSpPr txBox="1"/>
          <p:nvPr/>
        </p:nvSpPr>
        <p:spPr>
          <a:xfrm>
            <a:off x="616180" y="2659559"/>
            <a:ext cx="78979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pt-BR" sz="4400" b="1" spc="300" noProof="0" dirty="0">
                <a:solidFill>
                  <a:schemeClr val="accent1">
                    <a:lumMod val="75000"/>
                  </a:schemeClr>
                </a:solidFill>
                <a:latin typeface="Gotham Bold" panose="02000604030000020004" pitchFamily="2" charset="0"/>
                <a:cs typeface="Arial" panose="020B0604020202020204" pitchFamily="34" charset="0"/>
              </a:rPr>
              <a:t>Modelo de </a:t>
            </a:r>
            <a:r>
              <a:rPr kumimoji="0" lang="pt-BR" sz="4400" b="1" u="none" strike="noStrike" kern="1200" cap="none" spc="30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Gotham Bold" panose="02000604030000020004" pitchFamily="2" charset="0"/>
                <a:cs typeface="Arial" panose="020B0604020202020204" pitchFamily="34" charset="0"/>
              </a:rPr>
              <a:t>Ramse</a:t>
            </a:r>
            <a:r>
              <a:rPr lang="pt-BR" sz="4400" b="1" spc="300" noProof="0" dirty="0">
                <a:solidFill>
                  <a:schemeClr val="accent1">
                    <a:lumMod val="75000"/>
                  </a:schemeClr>
                </a:solidFill>
                <a:latin typeface="Gotham Bold" panose="02000604030000020004" pitchFamily="2" charset="0"/>
                <a:cs typeface="Arial" panose="020B0604020202020204" pitchFamily="34" charset="0"/>
              </a:rPr>
              <a:t>y</a:t>
            </a:r>
            <a:endParaRPr kumimoji="0" lang="pt-BR" sz="3200" b="1" u="none" strike="noStrike" kern="1200" cap="none" spc="30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latin typeface="Gotham Book" panose="02000604040000020004" pitchFamily="50" charset="0"/>
              <a:cs typeface="Arial" panose="020B0604020202020204" pitchFamily="34" charset="0"/>
            </a:endParaRPr>
          </a:p>
        </p:txBody>
      </p:sp>
      <p:pic>
        <p:nvPicPr>
          <p:cNvPr id="2" name="Imagen 89">
            <a:extLst>
              <a:ext uri="{FF2B5EF4-FFF2-40B4-BE49-F238E27FC236}">
                <a16:creationId xmlns:a16="http://schemas.microsoft.com/office/drawing/2014/main" id="{6E9B8791-2F98-F2A8-671E-D28C5BE991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8336" y="6350242"/>
            <a:ext cx="780356" cy="365792"/>
          </a:xfrm>
          <a:prstGeom prst="rect">
            <a:avLst/>
          </a:prstGeom>
        </p:spPr>
      </p:pic>
      <p:grpSp>
        <p:nvGrpSpPr>
          <p:cNvPr id="3" name="Grupo 83">
            <a:extLst>
              <a:ext uri="{FF2B5EF4-FFF2-40B4-BE49-F238E27FC236}">
                <a16:creationId xmlns:a16="http://schemas.microsoft.com/office/drawing/2014/main" id="{37424022-95A0-A850-8C0B-25C91CD32064}"/>
              </a:ext>
            </a:extLst>
          </p:cNvPr>
          <p:cNvGrpSpPr/>
          <p:nvPr/>
        </p:nvGrpSpPr>
        <p:grpSpPr>
          <a:xfrm>
            <a:off x="0" y="6457233"/>
            <a:ext cx="401934" cy="326337"/>
            <a:chOff x="0" y="6457233"/>
            <a:chExt cx="401934" cy="326337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9" name="Rectángulo redondeado 1">
              <a:extLst>
                <a:ext uri="{FF2B5EF4-FFF2-40B4-BE49-F238E27FC236}">
                  <a16:creationId xmlns:a16="http://schemas.microsoft.com/office/drawing/2014/main" id="{C928ECD1-CD21-A264-12D1-CBD432AD09C2}"/>
                </a:ext>
              </a:extLst>
            </p:cNvPr>
            <p:cNvSpPr/>
            <p:nvPr/>
          </p:nvSpPr>
          <p:spPr>
            <a:xfrm>
              <a:off x="0" y="6457233"/>
              <a:ext cx="401934" cy="326337"/>
            </a:xfrm>
            <a:prstGeom prst="flowChartDelay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CuadroTexto 85">
              <a:extLst>
                <a:ext uri="{FF2B5EF4-FFF2-40B4-BE49-F238E27FC236}">
                  <a16:creationId xmlns:a16="http://schemas.microsoft.com/office/drawing/2014/main" id="{A782674D-27E0-234F-0F8B-597649689C44}"/>
                </a:ext>
              </a:extLst>
            </p:cNvPr>
            <p:cNvSpPr txBox="1"/>
            <p:nvPr/>
          </p:nvSpPr>
          <p:spPr>
            <a:xfrm>
              <a:off x="15073" y="6489596"/>
              <a:ext cx="263223" cy="2616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ok" panose="02000604040000020004" pitchFamily="50" charset="0"/>
                  <a:ea typeface="+mn-ea"/>
                  <a:cs typeface="+mn-cs"/>
                </a:rPr>
                <a:t>6</a:t>
              </a:r>
            </a:p>
          </p:txBody>
        </p:sp>
      </p:grpSp>
      <p:sp>
        <p:nvSpPr>
          <p:cNvPr id="12" name="Slide Number Placeholder 13">
            <a:extLst>
              <a:ext uri="{FF2B5EF4-FFF2-40B4-BE49-F238E27FC236}">
                <a16:creationId xmlns:a16="http://schemas.microsoft.com/office/drawing/2014/main" id="{E85B0778-D1A9-DEE6-DCA9-C9BFCF5FE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507601"/>
            <a:ext cx="321383" cy="225600"/>
          </a:xfrm>
          <a:solidFill>
            <a:srgbClr val="B4C7E7"/>
          </a:solidFill>
        </p:spPr>
        <p:txBody>
          <a:bodyPr/>
          <a:lstStyle/>
          <a:p>
            <a:pPr algn="ctr"/>
            <a:fld id="{EE745C5F-8F31-4318-ABF5-660B737895AE}" type="slidenum">
              <a:rPr lang="pt-BR" sz="1000" noProof="0" smtClean="0">
                <a:solidFill>
                  <a:schemeClr val="bg1"/>
                </a:solidFill>
                <a:latin typeface="Gotham Book" panose="02000604040000020004" pitchFamily="50" charset="0"/>
              </a:rPr>
              <a:pPr algn="ctr"/>
              <a:t>2</a:t>
            </a:fld>
            <a:endParaRPr lang="pt-BR" sz="1000" noProof="0" dirty="0">
              <a:solidFill>
                <a:schemeClr val="bg1"/>
              </a:solidFill>
              <a:latin typeface="Gotham Book" panose="02000604040000020004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6003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89">
            <a:extLst>
              <a:ext uri="{FF2B5EF4-FFF2-40B4-BE49-F238E27FC236}">
                <a16:creationId xmlns:a16="http://schemas.microsoft.com/office/drawing/2014/main" id="{5FED718F-9803-800A-F258-487CD4CACD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8336" y="6350242"/>
            <a:ext cx="780356" cy="365792"/>
          </a:xfrm>
          <a:prstGeom prst="rect">
            <a:avLst/>
          </a:prstGeom>
        </p:spPr>
      </p:pic>
      <p:sp>
        <p:nvSpPr>
          <p:cNvPr id="7" name="Rectángulo 5">
            <a:extLst>
              <a:ext uri="{FF2B5EF4-FFF2-40B4-BE49-F238E27FC236}">
                <a16:creationId xmlns:a16="http://schemas.microsoft.com/office/drawing/2014/main" id="{E0388FD9-EC60-F5FE-0362-6544841E372E}"/>
              </a:ext>
            </a:extLst>
          </p:cNvPr>
          <p:cNvSpPr/>
          <p:nvPr/>
        </p:nvSpPr>
        <p:spPr>
          <a:xfrm>
            <a:off x="346933" y="144104"/>
            <a:ext cx="55001" cy="42401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2" name="Grupo 83">
            <a:extLst>
              <a:ext uri="{FF2B5EF4-FFF2-40B4-BE49-F238E27FC236}">
                <a16:creationId xmlns:a16="http://schemas.microsoft.com/office/drawing/2014/main" id="{A4E3474D-8474-798A-0E6D-916DAC09142C}"/>
              </a:ext>
            </a:extLst>
          </p:cNvPr>
          <p:cNvGrpSpPr/>
          <p:nvPr/>
        </p:nvGrpSpPr>
        <p:grpSpPr>
          <a:xfrm>
            <a:off x="0" y="6457233"/>
            <a:ext cx="401934" cy="326337"/>
            <a:chOff x="0" y="6457233"/>
            <a:chExt cx="401934" cy="326337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13" name="Rectángulo redondeado 1">
              <a:extLst>
                <a:ext uri="{FF2B5EF4-FFF2-40B4-BE49-F238E27FC236}">
                  <a16:creationId xmlns:a16="http://schemas.microsoft.com/office/drawing/2014/main" id="{2E36149E-4F40-CC2F-C619-7D35A4F6D6C9}"/>
                </a:ext>
              </a:extLst>
            </p:cNvPr>
            <p:cNvSpPr/>
            <p:nvPr/>
          </p:nvSpPr>
          <p:spPr>
            <a:xfrm>
              <a:off x="0" y="6457233"/>
              <a:ext cx="401934" cy="326337"/>
            </a:xfrm>
            <a:prstGeom prst="flowChartDelay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CuadroTexto 85">
              <a:extLst>
                <a:ext uri="{FF2B5EF4-FFF2-40B4-BE49-F238E27FC236}">
                  <a16:creationId xmlns:a16="http://schemas.microsoft.com/office/drawing/2014/main" id="{1F92F7A6-0826-1FE4-6F5F-0A5263392AAF}"/>
                </a:ext>
              </a:extLst>
            </p:cNvPr>
            <p:cNvSpPr txBox="1"/>
            <p:nvPr/>
          </p:nvSpPr>
          <p:spPr>
            <a:xfrm>
              <a:off x="15073" y="6489596"/>
              <a:ext cx="263223" cy="2616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ok" panose="02000604040000020004" pitchFamily="50" charset="0"/>
                  <a:ea typeface="+mn-ea"/>
                  <a:cs typeface="+mn-cs"/>
                </a:rPr>
                <a:t>6</a:t>
              </a:r>
            </a:p>
          </p:txBody>
        </p:sp>
      </p:grpSp>
      <p:sp>
        <p:nvSpPr>
          <p:cNvPr id="17" name="Slide Number Placeholder 13">
            <a:extLst>
              <a:ext uri="{FF2B5EF4-FFF2-40B4-BE49-F238E27FC236}">
                <a16:creationId xmlns:a16="http://schemas.microsoft.com/office/drawing/2014/main" id="{78E6E173-70F3-B323-4B2B-D770A930D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507601"/>
            <a:ext cx="321383" cy="225600"/>
          </a:xfrm>
          <a:solidFill>
            <a:srgbClr val="B4C7E7"/>
          </a:solidFill>
        </p:spPr>
        <p:txBody>
          <a:bodyPr/>
          <a:lstStyle/>
          <a:p>
            <a:pPr algn="ctr"/>
            <a:fld id="{EE745C5F-8F31-4318-ABF5-660B737895AE}" type="slidenum">
              <a:rPr lang="pt-BR" sz="1000" noProof="0" smtClean="0">
                <a:solidFill>
                  <a:schemeClr val="bg1"/>
                </a:solidFill>
                <a:latin typeface="Gotham Book" panose="02000604040000020004" pitchFamily="50" charset="0"/>
              </a:rPr>
              <a:pPr algn="ctr"/>
              <a:t>3</a:t>
            </a:fld>
            <a:endParaRPr lang="pt-BR" sz="1000" noProof="0" dirty="0">
              <a:solidFill>
                <a:schemeClr val="bg1"/>
              </a:solidFill>
              <a:latin typeface="Gotham Book" panose="02000604040000020004" pitchFamily="50" charset="0"/>
            </a:endParaRPr>
          </a:p>
        </p:txBody>
      </p:sp>
      <p:sp>
        <p:nvSpPr>
          <p:cNvPr id="22" name="Título 1">
            <a:extLst>
              <a:ext uri="{FF2B5EF4-FFF2-40B4-BE49-F238E27FC236}">
                <a16:creationId xmlns:a16="http://schemas.microsoft.com/office/drawing/2014/main" id="{53331EDC-2B0E-6359-47A7-183566E32F07}"/>
              </a:ext>
            </a:extLst>
          </p:cNvPr>
          <p:cNvSpPr txBox="1">
            <a:spLocks/>
          </p:cNvSpPr>
          <p:nvPr/>
        </p:nvSpPr>
        <p:spPr bwMode="auto">
          <a:xfrm>
            <a:off x="1494991" y="569556"/>
            <a:ext cx="9190565" cy="859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21920" tIns="60960" rIns="121920" bIns="60960" numCol="1" anchor="ctr" anchorCtr="0" compatLnSpc="1">
            <a:prstTxWarp prst="textNoShape">
              <a:avLst/>
            </a:prstTxWarp>
          </a:bodyPr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pt-BR" sz="2500" b="1" noProof="0" dirty="0">
                <a:solidFill>
                  <a:schemeClr val="accent1">
                    <a:lumMod val="75000"/>
                  </a:schemeClr>
                </a:solidFill>
                <a:latin typeface="Gotham Black" panose="02000604040000020004" pitchFamily="50" charset="0"/>
              </a:rPr>
              <a:t>Interação dos agentes nos mercados</a:t>
            </a:r>
            <a:endParaRPr lang="pt-BR" sz="3000" b="1" noProof="0" dirty="0">
              <a:solidFill>
                <a:schemeClr val="accent1">
                  <a:lumMod val="75000"/>
                </a:schemeClr>
              </a:solidFill>
              <a:latin typeface="Gotham Black" panose="02000604040000020004" pitchFamily="50" charset="0"/>
            </a:endParaRPr>
          </a:p>
        </p:txBody>
      </p:sp>
      <p:sp>
        <p:nvSpPr>
          <p:cNvPr id="2" name="TextBox 5">
            <a:extLst>
              <a:ext uri="{FF2B5EF4-FFF2-40B4-BE49-F238E27FC236}">
                <a16:creationId xmlns:a16="http://schemas.microsoft.com/office/drawing/2014/main" id="{06B6C66E-7083-970C-83D4-D172AE08B7CD}"/>
              </a:ext>
            </a:extLst>
          </p:cNvPr>
          <p:cNvSpPr txBox="1"/>
          <p:nvPr/>
        </p:nvSpPr>
        <p:spPr>
          <a:xfrm>
            <a:off x="401933" y="168881"/>
            <a:ext cx="720113" cy="3744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ts val="1100"/>
              </a:lnSpc>
              <a:defRPr/>
            </a:pPr>
            <a:r>
              <a:rPr lang="pt-BR" sz="1000" noProof="0" dirty="0">
                <a:solidFill>
                  <a:srgbClr val="4D4D4D"/>
                </a:solidFill>
                <a:latin typeface="Gotham Light" pitchFamily="50" charset="0"/>
                <a:cs typeface="Gotham Black" pitchFamily="50" charset="0"/>
              </a:rPr>
              <a:t>Modelo </a:t>
            </a:r>
          </a:p>
          <a:p>
            <a:pPr lvl="0">
              <a:lnSpc>
                <a:spcPts val="1100"/>
              </a:lnSpc>
              <a:defRPr/>
            </a:pPr>
            <a:r>
              <a:rPr lang="pt-BR" sz="1000" noProof="0" dirty="0">
                <a:solidFill>
                  <a:srgbClr val="4D4D4D"/>
                </a:solidFill>
                <a:latin typeface="Gotham Light" pitchFamily="50" charset="0"/>
                <a:cs typeface="Gotham Black" pitchFamily="50" charset="0"/>
              </a:rPr>
              <a:t>Ramsey</a:t>
            </a:r>
            <a:endParaRPr kumimoji="0" lang="pt-BR" sz="1000" b="1" i="0" u="none" strike="noStrike" kern="1200" cap="none" spc="0" normalizeH="0" baseline="0" noProof="0" dirty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Gotham Light" pitchFamily="50" charset="0"/>
              <a:ea typeface="+mn-ea"/>
              <a:cs typeface="Gotham Black" pitchFamily="50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75A10F0-B2D9-7AEF-7248-170EA5F72066}"/>
              </a:ext>
            </a:extLst>
          </p:cNvPr>
          <p:cNvSpPr txBox="1"/>
          <p:nvPr/>
        </p:nvSpPr>
        <p:spPr>
          <a:xfrm>
            <a:off x="1530244" y="1831955"/>
            <a:ext cx="3151415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1600" b="1" noProof="0" dirty="0">
                <a:solidFill>
                  <a:schemeClr val="accent1">
                    <a:lumMod val="75000"/>
                  </a:schemeClr>
                </a:solidFill>
                <a:latin typeface="Gotham Black" panose="02000604040000020004" pitchFamily="50" charset="0"/>
                <a:ea typeface="+mj-ea"/>
                <a:cs typeface="+mj-cs"/>
              </a:rPr>
              <a:t>Famílias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B0B34C7-54AE-09B0-DDA2-A26ED6A0E85D}"/>
              </a:ext>
            </a:extLst>
          </p:cNvPr>
          <p:cNvSpPr txBox="1"/>
          <p:nvPr/>
        </p:nvSpPr>
        <p:spPr>
          <a:xfrm>
            <a:off x="7759449" y="1831955"/>
            <a:ext cx="3151415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1600" b="1" noProof="0" dirty="0">
                <a:solidFill>
                  <a:schemeClr val="accent1">
                    <a:lumMod val="75000"/>
                  </a:schemeClr>
                </a:solidFill>
                <a:latin typeface="Gotham Black" panose="02000604040000020004" pitchFamily="50" charset="0"/>
                <a:ea typeface="+mj-ea"/>
                <a:cs typeface="+mj-cs"/>
              </a:rPr>
              <a:t>Empresas</a:t>
            </a:r>
          </a:p>
        </p:txBody>
      </p:sp>
      <p:pic>
        <p:nvPicPr>
          <p:cNvPr id="8" name="Gráfico 7" descr="Suburban scene con relleno sólido">
            <a:extLst>
              <a:ext uri="{FF2B5EF4-FFF2-40B4-BE49-F238E27FC236}">
                <a16:creationId xmlns:a16="http://schemas.microsoft.com/office/drawing/2014/main" id="{BCFF78E1-D3AF-B428-F24B-CCF9B4EC60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24981" y="2538263"/>
            <a:ext cx="2069352" cy="2069352"/>
          </a:xfrm>
          <a:prstGeom prst="rect">
            <a:avLst/>
          </a:prstGeom>
        </p:spPr>
      </p:pic>
      <p:pic>
        <p:nvPicPr>
          <p:cNvPr id="9" name="Gráfico 8" descr="Factory con relleno sólido">
            <a:extLst>
              <a:ext uri="{FF2B5EF4-FFF2-40B4-BE49-F238E27FC236}">
                <a16:creationId xmlns:a16="http://schemas.microsoft.com/office/drawing/2014/main" id="{CE0889F6-108E-DA67-4DCF-A42E2DC7EA9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06239" y="2538264"/>
            <a:ext cx="2069351" cy="206935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AC921669-34A4-D2B7-F623-8448D0C04EB6}"/>
                  </a:ext>
                </a:extLst>
              </p:cNvPr>
              <p:cNvSpPr txBox="1"/>
              <p:nvPr/>
            </p:nvSpPr>
            <p:spPr>
              <a:xfrm>
                <a:off x="6891672" y="2658856"/>
                <a:ext cx="58189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noProof="0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pt-BR" b="0" i="1" noProof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pt-BR" b="0" i="1" noProof="0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pt-BR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noProof="0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pt-BR" b="0" i="1" noProof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pt-BR" noProof="0" dirty="0"/>
              </a:p>
            </p:txBody>
          </p:sp>
        </mc:Choice>
        <mc:Fallback xmlns="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AC921669-34A4-D2B7-F623-8448D0C04E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1672" y="2658856"/>
                <a:ext cx="581891" cy="276999"/>
              </a:xfrm>
              <a:prstGeom prst="rect">
                <a:avLst/>
              </a:prstGeom>
              <a:blipFill>
                <a:blip r:embed="rId8"/>
                <a:stretch>
                  <a:fillRect l="-9474" r="-1053" b="-13043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490A692E-03D6-3BAD-8E9A-8BBE47FA1641}"/>
                  </a:ext>
                </a:extLst>
              </p:cNvPr>
              <p:cNvSpPr txBox="1"/>
              <p:nvPr/>
            </p:nvSpPr>
            <p:spPr>
              <a:xfrm>
                <a:off x="7016802" y="4330616"/>
                <a:ext cx="24224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noProof="0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pt-BR" b="0" i="1" noProof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pt-BR" noProof="0" dirty="0"/>
              </a:p>
            </p:txBody>
          </p:sp>
        </mc:Choice>
        <mc:Fallback xmlns="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490A692E-03D6-3BAD-8E9A-8BBE47FA16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6802" y="4330616"/>
                <a:ext cx="242246" cy="276999"/>
              </a:xfrm>
              <a:prstGeom prst="rect">
                <a:avLst/>
              </a:prstGeom>
              <a:blipFill>
                <a:blip r:embed="rId9"/>
                <a:stretch>
                  <a:fillRect l="-22500" r="-5000" b="-13043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8D717C47-D2C4-C1B0-90AE-FC3F79AAE54D}"/>
                  </a:ext>
                </a:extLst>
              </p:cNvPr>
              <p:cNvSpPr txBox="1"/>
              <p:nvPr/>
            </p:nvSpPr>
            <p:spPr>
              <a:xfrm>
                <a:off x="4567369" y="4330616"/>
                <a:ext cx="26500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noProof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pt-BR" b="0" i="1" noProof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pt-BR" noProof="0" dirty="0"/>
              </a:p>
            </p:txBody>
          </p:sp>
        </mc:Choice>
        <mc:Fallback xmlns="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8D717C47-D2C4-C1B0-90AE-FC3F79AAE5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7369" y="4330616"/>
                <a:ext cx="265009" cy="276999"/>
              </a:xfrm>
              <a:prstGeom prst="rect">
                <a:avLst/>
              </a:prstGeom>
              <a:blipFill>
                <a:blip r:embed="rId10"/>
                <a:stretch>
                  <a:fillRect l="-20455" r="-4545" b="-13043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2FF4B9EC-24A2-7A31-0440-7C45C03301AC}"/>
                  </a:ext>
                </a:extLst>
              </p:cNvPr>
              <p:cNvSpPr txBox="1"/>
              <p:nvPr/>
            </p:nvSpPr>
            <p:spPr>
              <a:xfrm>
                <a:off x="3921616" y="2658856"/>
                <a:ext cx="166398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noProof="0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pt-BR" b="0" i="1" noProof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sSub>
                        <m:sSubPr>
                          <m:ctrlPr>
                            <a:rPr lang="pt-BR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noProof="0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pt-BR" b="0" i="1" noProof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pt-BR" b="0" i="1" noProof="0" smtClean="0">
                          <a:latin typeface="Cambria Math" panose="02040503050406030204" pitchFamily="18" charset="0"/>
                        </a:rPr>
                        <m:t>, </m:t>
                      </m:r>
                      <m:d>
                        <m:dPr>
                          <m:ctrlPr>
                            <a:rPr lang="pt-BR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noProof="0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sSub>
                            <m:sSubPr>
                              <m:ctrlPr>
                                <a:rPr lang="pt-BR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noProof="0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pt-BR" b="0" i="1" noProof="0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pt-BR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𝒜</m:t>
                          </m:r>
                        </m:e>
                        <m:sub>
                          <m:r>
                            <a:rPr lang="pt-BR" b="0" i="1" noProof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pt-BR" noProof="0" dirty="0"/>
              </a:p>
            </p:txBody>
          </p:sp>
        </mc:Choice>
        <mc:Fallback xmlns="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2FF4B9EC-24A2-7A31-0440-7C45C03301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1616" y="2658856"/>
                <a:ext cx="1663982" cy="276999"/>
              </a:xfrm>
              <a:prstGeom prst="rect">
                <a:avLst/>
              </a:prstGeom>
              <a:blipFill>
                <a:blip r:embed="rId11"/>
                <a:stretch>
                  <a:fillRect l="-1465" r="-733" b="-13043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Flecha: a la izquierda y derecha 17">
            <a:extLst>
              <a:ext uri="{FF2B5EF4-FFF2-40B4-BE49-F238E27FC236}">
                <a16:creationId xmlns:a16="http://schemas.microsoft.com/office/drawing/2014/main" id="{4F84FD6C-0485-B562-CDFF-455829DD707E}"/>
              </a:ext>
            </a:extLst>
          </p:cNvPr>
          <p:cNvSpPr/>
          <p:nvPr/>
        </p:nvSpPr>
        <p:spPr>
          <a:xfrm>
            <a:off x="4392135" y="3255007"/>
            <a:ext cx="3116302" cy="801640"/>
          </a:xfrm>
          <a:prstGeom prst="leftRightArrow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801AF425-C059-97DB-2ABB-0629EA827F11}"/>
                  </a:ext>
                </a:extLst>
              </p:cNvPr>
              <p:cNvSpPr txBox="1"/>
              <p:nvPr/>
            </p:nvSpPr>
            <p:spPr>
              <a:xfrm>
                <a:off x="1494991" y="4615402"/>
                <a:ext cx="2329329" cy="8235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pt-BR" sz="1600" b="0" i="1" noProof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pt-BR" sz="1600" b="0" i="0" noProof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max</m:t>
                          </m:r>
                        </m:e>
                        <m:lim>
                          <m:sSubSup>
                            <m:sSubSupPr>
                              <m:ctrlPr>
                                <a:rPr lang="pt-BR" sz="1600" b="0" i="1" noProof="0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pt-BR" sz="1600" b="0" i="1" noProof="0" smtClean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pt-BR" sz="1600" b="0" i="1" noProof="0" smtClean="0"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1600" b="0" i="1" noProof="0" smtClean="0"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e>
                                    <m:sub>
                                      <m:r>
                                        <a:rPr lang="pt-BR" sz="1600" b="0" i="1" noProof="0" smtClean="0"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pt-BR" sz="1600" b="0" i="1" noProof="0" smtClean="0"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1600" b="0" i="1" noProof="0" smtClean="0"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pt-BR" sz="1600" b="0" i="1" noProof="0" smtClean="0"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pt-BR" sz="1600" b="0" i="1" noProof="0" smtClean="0"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pt-BR" sz="1600" b="0" i="1" noProof="0" smtClean="0"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b>
                              <m:r>
                                <a:rPr lang="pt-BR" sz="1600" b="0" i="1" noProof="0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pt-BR" sz="1600" b="0" i="1" noProof="0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sub>
                            <m:sup>
                              <m:r>
                                <a:rPr lang="pt-BR" sz="1600" b="0" i="1" noProof="0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sup>
                          </m:sSubSup>
                        </m:lim>
                      </m:limLow>
                      <m:r>
                        <a:rPr lang="pt-BR" sz="1600" i="1" noProof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pt-BR" sz="1600" i="1" noProof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BR" sz="1600" i="1" noProof="0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600" i="1" noProof="0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pt-BR" sz="1600" i="1" noProof="0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pt-BR" sz="1600" noProof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1600" b="0" i="1" noProof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pt-BR" sz="1600" b="0" i="1" noProof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pt-BR" sz="1600" b="0" i="1" noProof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pt-BR" sz="1600" b="0" i="1" noProof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.  </m:t>
                      </m:r>
                      <m:sSub>
                        <m:sSubPr>
                          <m:ctrlPr>
                            <a:rPr lang="pt-BR" sz="1600" b="0" i="1" noProof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600" b="0" i="1" noProof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pt-BR" sz="1600" b="0" i="1" noProof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pt-BR" sz="1600" b="0" i="1" noProof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sz="1600" b="0" i="1" noProof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600" b="0" i="1" noProof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pt-BR" sz="1600" b="0" i="1" noProof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pt-BR" sz="1600" b="0" i="1" noProof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pt-BR" sz="1600" i="1" noProof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pt-BR" sz="1600" b="0" i="1" noProof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600" b="0" i="1" noProof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pt-BR" sz="1600" b="0" i="1" noProof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pt-BR" sz="1600" noProof="0" dirty="0"/>
              </a:p>
            </p:txBody>
          </p:sp>
        </mc:Choice>
        <mc:Fallback xmlns=""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801AF425-C059-97DB-2ABB-0629EA827F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4991" y="4615402"/>
                <a:ext cx="2329329" cy="82355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uadroTexto 19">
                <a:extLst>
                  <a:ext uri="{FF2B5EF4-FFF2-40B4-BE49-F238E27FC236}">
                    <a16:creationId xmlns:a16="http://schemas.microsoft.com/office/drawing/2014/main" id="{996705DA-74D3-63DA-3A96-445AF8E29EA2}"/>
                  </a:ext>
                </a:extLst>
              </p:cNvPr>
              <p:cNvSpPr txBox="1"/>
              <p:nvPr/>
            </p:nvSpPr>
            <p:spPr>
              <a:xfrm>
                <a:off x="8099976" y="4615402"/>
                <a:ext cx="2329329" cy="5236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pt-BR" sz="1600" i="1" noProof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pt-BR" sz="1600" noProof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max</m:t>
                          </m:r>
                        </m:e>
                        <m:lim>
                          <m:d>
                            <m:dPr>
                              <m:begChr m:val="{"/>
                              <m:endChr m:val="}"/>
                              <m:ctrlPr>
                                <a:rPr lang="pt-BR" sz="1600" i="1" noProof="0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pt-BR" sz="1600" i="1" noProof="0" smtClean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1600" b="0" i="1" noProof="0" smtClean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pt-BR" sz="1600" i="1" noProof="0" smtClean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pt-BR" sz="1600" i="1" noProof="0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pt-BR" sz="1600" i="1" noProof="0" smtClean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1600" b="0" i="1" noProof="0" smtClean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pt-BR" sz="1600" i="1" noProof="0" smtClean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lim>
                      </m:limLow>
                      <m:r>
                        <a:rPr lang="pt-BR" sz="1600" i="1" noProof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pt-BR" sz="1600" i="1" noProof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600" i="1" noProof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pt-BR" sz="1600" i="1" noProof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pt-BR" sz="1600" b="0" i="1" noProof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pt-BR" sz="1600" b="0" i="1" noProof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600" b="0" i="1" noProof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pt-BR" sz="1600" b="0" i="1" noProof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pt-BR" sz="1600" b="0" i="1" noProof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pt-BR" sz="1600" b="0" i="1" noProof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600" b="0" i="1" noProof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pt-BR" sz="1600" b="0" i="1" noProof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pt-BR" sz="1600" b="0" i="1" noProof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sz="1600" noProof="0" dirty="0"/>
              </a:p>
            </p:txBody>
          </p:sp>
        </mc:Choice>
        <mc:Fallback xmlns="">
          <p:sp>
            <p:nvSpPr>
              <p:cNvPr id="20" name="CuadroTexto 19">
                <a:extLst>
                  <a:ext uri="{FF2B5EF4-FFF2-40B4-BE49-F238E27FC236}">
                    <a16:creationId xmlns:a16="http://schemas.microsoft.com/office/drawing/2014/main" id="{996705DA-74D3-63DA-3A96-445AF8E29E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99976" y="4615402"/>
                <a:ext cx="2329329" cy="523605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4818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89">
            <a:extLst>
              <a:ext uri="{FF2B5EF4-FFF2-40B4-BE49-F238E27FC236}">
                <a16:creationId xmlns:a16="http://schemas.microsoft.com/office/drawing/2014/main" id="{5FED718F-9803-800A-F258-487CD4CACD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8336" y="6350242"/>
            <a:ext cx="780356" cy="365792"/>
          </a:xfrm>
          <a:prstGeom prst="rect">
            <a:avLst/>
          </a:prstGeom>
        </p:spPr>
      </p:pic>
      <p:sp>
        <p:nvSpPr>
          <p:cNvPr id="7" name="Rectángulo 5">
            <a:extLst>
              <a:ext uri="{FF2B5EF4-FFF2-40B4-BE49-F238E27FC236}">
                <a16:creationId xmlns:a16="http://schemas.microsoft.com/office/drawing/2014/main" id="{E0388FD9-EC60-F5FE-0362-6544841E372E}"/>
              </a:ext>
            </a:extLst>
          </p:cNvPr>
          <p:cNvSpPr/>
          <p:nvPr/>
        </p:nvSpPr>
        <p:spPr>
          <a:xfrm>
            <a:off x="346933" y="144104"/>
            <a:ext cx="55001" cy="42401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2" name="Grupo 83">
            <a:extLst>
              <a:ext uri="{FF2B5EF4-FFF2-40B4-BE49-F238E27FC236}">
                <a16:creationId xmlns:a16="http://schemas.microsoft.com/office/drawing/2014/main" id="{A4E3474D-8474-798A-0E6D-916DAC09142C}"/>
              </a:ext>
            </a:extLst>
          </p:cNvPr>
          <p:cNvGrpSpPr/>
          <p:nvPr/>
        </p:nvGrpSpPr>
        <p:grpSpPr>
          <a:xfrm>
            <a:off x="0" y="6457233"/>
            <a:ext cx="401934" cy="326337"/>
            <a:chOff x="0" y="6457233"/>
            <a:chExt cx="401934" cy="326337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13" name="Rectángulo redondeado 1">
              <a:extLst>
                <a:ext uri="{FF2B5EF4-FFF2-40B4-BE49-F238E27FC236}">
                  <a16:creationId xmlns:a16="http://schemas.microsoft.com/office/drawing/2014/main" id="{2E36149E-4F40-CC2F-C619-7D35A4F6D6C9}"/>
                </a:ext>
              </a:extLst>
            </p:cNvPr>
            <p:cNvSpPr/>
            <p:nvPr/>
          </p:nvSpPr>
          <p:spPr>
            <a:xfrm>
              <a:off x="0" y="6457233"/>
              <a:ext cx="401934" cy="326337"/>
            </a:xfrm>
            <a:prstGeom prst="flowChartDelay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CuadroTexto 85">
              <a:extLst>
                <a:ext uri="{FF2B5EF4-FFF2-40B4-BE49-F238E27FC236}">
                  <a16:creationId xmlns:a16="http://schemas.microsoft.com/office/drawing/2014/main" id="{1F92F7A6-0826-1FE4-6F5F-0A5263392AAF}"/>
                </a:ext>
              </a:extLst>
            </p:cNvPr>
            <p:cNvSpPr txBox="1"/>
            <p:nvPr/>
          </p:nvSpPr>
          <p:spPr>
            <a:xfrm>
              <a:off x="15073" y="6489596"/>
              <a:ext cx="263223" cy="2616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ok" panose="02000604040000020004" pitchFamily="50" charset="0"/>
                  <a:ea typeface="+mn-ea"/>
                  <a:cs typeface="+mn-cs"/>
                </a:rPr>
                <a:t>6</a:t>
              </a:r>
            </a:p>
          </p:txBody>
        </p:sp>
      </p:grpSp>
      <p:sp>
        <p:nvSpPr>
          <p:cNvPr id="17" name="Slide Number Placeholder 13">
            <a:extLst>
              <a:ext uri="{FF2B5EF4-FFF2-40B4-BE49-F238E27FC236}">
                <a16:creationId xmlns:a16="http://schemas.microsoft.com/office/drawing/2014/main" id="{78E6E173-70F3-B323-4B2B-D770A930D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507601"/>
            <a:ext cx="321383" cy="225600"/>
          </a:xfrm>
          <a:solidFill>
            <a:srgbClr val="B4C7E7"/>
          </a:solidFill>
        </p:spPr>
        <p:txBody>
          <a:bodyPr/>
          <a:lstStyle/>
          <a:p>
            <a:pPr algn="ctr"/>
            <a:fld id="{EE745C5F-8F31-4318-ABF5-660B737895AE}" type="slidenum">
              <a:rPr lang="pt-BR" sz="1000" noProof="0" smtClean="0">
                <a:solidFill>
                  <a:schemeClr val="bg1"/>
                </a:solidFill>
                <a:latin typeface="Gotham Book" panose="02000604040000020004" pitchFamily="50" charset="0"/>
              </a:rPr>
              <a:pPr algn="ctr"/>
              <a:t>4</a:t>
            </a:fld>
            <a:endParaRPr lang="pt-BR" sz="1000" noProof="0" dirty="0">
              <a:solidFill>
                <a:schemeClr val="bg1"/>
              </a:solidFill>
              <a:latin typeface="Gotham Book" panose="02000604040000020004" pitchFamily="50" charset="0"/>
            </a:endParaRPr>
          </a:p>
        </p:txBody>
      </p:sp>
      <p:sp>
        <p:nvSpPr>
          <p:cNvPr id="22" name="Título 1">
            <a:extLst>
              <a:ext uri="{FF2B5EF4-FFF2-40B4-BE49-F238E27FC236}">
                <a16:creationId xmlns:a16="http://schemas.microsoft.com/office/drawing/2014/main" id="{53331EDC-2B0E-6359-47A7-183566E32F07}"/>
              </a:ext>
            </a:extLst>
          </p:cNvPr>
          <p:cNvSpPr txBox="1">
            <a:spLocks/>
          </p:cNvSpPr>
          <p:nvPr/>
        </p:nvSpPr>
        <p:spPr bwMode="auto">
          <a:xfrm>
            <a:off x="1500717" y="568121"/>
            <a:ext cx="9190565" cy="859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21920" tIns="60960" rIns="121920" bIns="60960" numCol="1" anchor="ctr" anchorCtr="0" compatLnSpc="1">
            <a:prstTxWarp prst="textNoShape">
              <a:avLst/>
            </a:prstTxWarp>
          </a:bodyPr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pt-BR" sz="2500" b="1" noProof="0" dirty="0">
                <a:solidFill>
                  <a:schemeClr val="accent1">
                    <a:lumMod val="75000"/>
                  </a:schemeClr>
                </a:solidFill>
                <a:latin typeface="Gotham Black" panose="02000604040000020004" pitchFamily="50" charset="0"/>
              </a:rPr>
              <a:t>Pressupostos do modelo</a:t>
            </a:r>
            <a:endParaRPr lang="pt-BR" sz="3000" b="1" noProof="0" dirty="0">
              <a:solidFill>
                <a:schemeClr val="accent1">
                  <a:lumMod val="75000"/>
                </a:schemeClr>
              </a:solidFill>
              <a:latin typeface="Gotham Black" panose="02000604040000020004" pitchFamily="50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Marcador de contenido 2">
                <a:extLst>
                  <a:ext uri="{FF2B5EF4-FFF2-40B4-BE49-F238E27FC236}">
                    <a16:creationId xmlns:a16="http://schemas.microsoft.com/office/drawing/2014/main" id="{6DD32B08-5E7D-A192-C1F5-EB40CC3827C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64984" y="1897964"/>
                <a:ext cx="10462030" cy="38316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42900" algn="l" rtl="0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32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1pPr>
                <a:lvl2pPr marL="914400" marR="0" lvl="1" indent="-342900" algn="l" rtl="0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–"/>
                  <a:defRPr sz="2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2pPr>
                <a:lvl3pPr marL="1371600" marR="0" lvl="2" indent="-342900" algn="l" rtl="0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24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3pPr>
                <a:lvl4pPr marL="1828800" marR="0" lvl="3" indent="-342900" algn="l" rtl="0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–"/>
                  <a:defRPr sz="20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4pPr>
                <a:lvl5pPr marL="2286000" marR="0" lvl="4" indent="-342900" algn="l" rtl="0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»"/>
                  <a:defRPr sz="20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5pPr>
                <a:lvl6pPr marL="2743200" marR="0" lvl="5" indent="-342900" algn="l" rtl="0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20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6pPr>
                <a:lvl7pPr marL="3200400" marR="0" lvl="6" indent="-342900" algn="l" rtl="0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20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7pPr>
                <a:lvl8pPr marL="3657600" marR="0" lvl="7" indent="-342900" algn="l" rtl="0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20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8pPr>
                <a:lvl9pPr marL="4114800" marR="0" lvl="8" indent="-342900" algn="l" rtl="0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20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9pPr>
              </a:lstStyle>
              <a:p>
                <a:pPr algn="just">
                  <a:spcBef>
                    <a:spcPts val="0"/>
                  </a:spcBef>
                  <a:spcAft>
                    <a:spcPts val="1800"/>
                  </a:spcAft>
                  <a:buClr>
                    <a:schemeClr val="accent1">
                      <a:lumMod val="75000"/>
                    </a:schemeClr>
                  </a:buClr>
                </a:pPr>
                <a:r>
                  <a:rPr lang="pt-BR" sz="1600" noProof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Gotham Book" panose="02000604030000020004" pitchFamily="2" charset="0"/>
                  </a:rPr>
                  <a:t>A </a:t>
                </a:r>
                <a:r>
                  <a:rPr lang="pt-BR" sz="1600" b="1" noProof="0" dirty="0">
                    <a:solidFill>
                      <a:schemeClr val="accent1">
                        <a:lumMod val="75000"/>
                      </a:schemeClr>
                    </a:solidFill>
                    <a:latin typeface="Gotham Book" panose="02000604030000020004" pitchFamily="2" charset="0"/>
                  </a:rPr>
                  <a:t>função de utilidade</a:t>
                </a:r>
                <a:r>
                  <a:rPr lang="pt-BR" sz="1600" noProof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Gotham Book" panose="02000604030000020004" pitchFamily="2" charset="0"/>
                  </a:rPr>
                  <a:t> é contínua, estritamente crescente e estritamente côncava: </a:t>
                </a:r>
                <a:endParaRPr lang="pt-BR" sz="1600" b="0" i="1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mbria Math" panose="02040503050406030204" pitchFamily="18" charset="0"/>
                </a:endParaRPr>
              </a:p>
              <a:p>
                <a:pPr marL="114300" indent="0" algn="just">
                  <a:spcBef>
                    <a:spcPts val="0"/>
                  </a:spcBef>
                  <a:spcAft>
                    <a:spcPts val="1800"/>
                  </a:spcAft>
                  <a:buClr>
                    <a:schemeClr val="accent1">
                      <a:lumMod val="75000"/>
                    </a:schemeClr>
                  </a:buCl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1600" b="0" i="1" noProof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pt-BR" sz="1600" b="0" i="1" noProof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BR" sz="1600" b="0" i="1" noProof="0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600" b="0" i="1" noProof="0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pt-BR" sz="1600" b="0" i="1" noProof="0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pt-BR" sz="1600" b="0" i="1" noProof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pt-BR" sz="1600" b="0" i="1" noProof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pt-BR" sz="1600" b="0" i="1" noProof="0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1600" b="0" i="1" noProof="0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pt-BR" sz="1600" b="0" i="1" noProof="0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pt-BR" sz="1600" b="0" i="1" noProof="0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pt-BR" sz="1600" b="0" i="1" noProof="0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sup>
                          </m:sSubSup>
                        </m:num>
                        <m:den>
                          <m:r>
                            <a:rPr lang="pt-BR" sz="1600" b="0" i="1" noProof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pt-BR" sz="1600" b="0" i="1" noProof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den>
                      </m:f>
                    </m:oMath>
                  </m:oMathPara>
                </a14:m>
                <a:endParaRPr lang="pt-BR" sz="160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otham Book" panose="02000604030000020004" pitchFamily="2" charset="0"/>
                </a:endParaRPr>
              </a:p>
              <a:p>
                <a:pPr algn="just">
                  <a:spcBef>
                    <a:spcPts val="0"/>
                  </a:spcBef>
                  <a:spcAft>
                    <a:spcPts val="1800"/>
                  </a:spcAft>
                  <a:buClr>
                    <a:schemeClr val="accent1">
                      <a:lumMod val="75000"/>
                    </a:schemeClr>
                  </a:buClr>
                </a:pPr>
                <a:r>
                  <a:rPr lang="pt-BR" sz="1600" noProof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Gotham Book" panose="02000604030000020004" pitchFamily="2" charset="0"/>
                  </a:rPr>
                  <a:t>A </a:t>
                </a:r>
                <a:r>
                  <a:rPr lang="pt-BR" sz="1600" b="1" noProof="0" dirty="0">
                    <a:solidFill>
                      <a:schemeClr val="accent1">
                        <a:lumMod val="75000"/>
                      </a:schemeClr>
                    </a:solidFill>
                    <a:latin typeface="Gotham Book" panose="02000604030000020004" pitchFamily="2" charset="0"/>
                  </a:rPr>
                  <a:t>função de produção</a:t>
                </a:r>
                <a:r>
                  <a:rPr lang="pt-BR" sz="1600" noProof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Gotham Book" panose="02000604030000020004" pitchFamily="2" charset="0"/>
                  </a:rPr>
                  <a:t> é uma função de produção neoclássica </a:t>
                </a:r>
                <a14:m>
                  <m:oMath xmlns:m="http://schemas.openxmlformats.org/officeDocument/2006/math">
                    <m:r>
                      <a:rPr lang="pt-BR" sz="1600" b="0" i="0" noProof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1600" b="0" i="1" noProof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pt-BR" sz="1600" b="0" i="1" noProof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noProof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pt-BR" sz="1600" b="0" i="1" noProof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=0)</m:t>
                    </m:r>
                  </m:oMath>
                </a14:m>
                <a:r>
                  <a:rPr lang="pt-BR" sz="1600" noProof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Gotham Book" panose="02000604030000020004" pitchFamily="2" charset="0"/>
                  </a:rPr>
                  <a:t>, contínua, estritamente côncava, com rendimentos constantes à escala e satisfazendo as condições de </a:t>
                </a:r>
                <a:r>
                  <a:rPr lang="pt-BR" sz="1600" noProof="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Gotham Book" panose="02000604030000020004" pitchFamily="2" charset="0"/>
                  </a:rPr>
                  <a:t>Inada</a:t>
                </a:r>
                <a:r>
                  <a:rPr lang="pt-BR" sz="1600" noProof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Gotham Book" panose="02000604030000020004" pitchFamily="2" charset="0"/>
                  </a:rPr>
                  <a:t>: </a:t>
                </a:r>
              </a:p>
              <a:p>
                <a:pPr marL="114300" indent="0" algn="just">
                  <a:spcBef>
                    <a:spcPts val="0"/>
                  </a:spcBef>
                  <a:spcAft>
                    <a:spcPts val="1800"/>
                  </a:spcAft>
                  <a:buClr>
                    <a:schemeClr val="accent1">
                      <a:lumMod val="75000"/>
                    </a:schemeClr>
                  </a:buCl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1600" b="0" i="1" noProof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pt-BR" sz="1600" b="0" i="1" noProof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BR" sz="1600" b="0" i="1" noProof="0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600" b="0" i="1" noProof="0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pt-BR" sz="1600" b="0" i="1" noProof="0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pt-BR" sz="1600" b="0" i="1" noProof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pt-BR" sz="1600" b="0" i="1" noProof="0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600" b="0" i="1" noProof="0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pt-BR" sz="1600" b="0" i="1" noProof="0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pt-BR" sz="1600" b="0" i="1" noProof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sz="1600" b="0" i="1" noProof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600" b="0" i="1" noProof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pt-BR" sz="1600" b="0" i="1" noProof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sSubSup>
                        <m:sSubSupPr>
                          <m:ctrlPr>
                            <a:rPr lang="pt-BR" sz="1600" b="0" i="1" noProof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sz="1600" b="0" i="1" noProof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pt-BR" sz="1600" b="0" i="1" noProof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pt-BR" sz="1600" b="0" i="1" noProof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sup>
                      </m:sSubSup>
                      <m:sSubSup>
                        <m:sSubSupPr>
                          <m:ctrlPr>
                            <a:rPr lang="pt-BR" sz="1600" b="0" i="1" noProof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sz="1600" b="0" i="1" noProof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pt-BR" sz="1600" b="0" i="1" noProof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pt-BR" sz="1600" b="0" i="1" noProof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pt-BR" sz="1600" b="0" i="1" noProof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sup>
                      </m:sSubSup>
                    </m:oMath>
                  </m:oMathPara>
                </a14:m>
                <a:endParaRPr lang="pt-BR" sz="160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otham Book" panose="02000604030000020004" pitchFamily="2" charset="0"/>
                </a:endParaRPr>
              </a:p>
              <a:p>
                <a:pPr algn="just">
                  <a:spcBef>
                    <a:spcPts val="0"/>
                  </a:spcBef>
                  <a:spcAft>
                    <a:spcPts val="1800"/>
                  </a:spcAft>
                  <a:buClr>
                    <a:schemeClr val="accent1">
                      <a:lumMod val="75000"/>
                    </a:schemeClr>
                  </a:buClr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sz="1600" b="0" i="1" noProof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600" b="0" i="1" noProof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pt-BR" sz="1600" b="0" i="1" noProof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pt-BR" sz="1600" noProof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Gotham Book" panose="02000604030000020004" pitchFamily="2" charset="0"/>
                  </a:rPr>
                  <a:t> é a produtividade e segue um processo AR(1).</a:t>
                </a:r>
              </a:p>
              <a:p>
                <a:pPr algn="just">
                  <a:spcBef>
                    <a:spcPts val="0"/>
                  </a:spcBef>
                  <a:spcAft>
                    <a:spcPts val="1800"/>
                  </a:spcAft>
                  <a:buClr>
                    <a:schemeClr val="accent1">
                      <a:lumMod val="75000"/>
                    </a:schemeClr>
                  </a:buClr>
                </a:pPr>
                <a:r>
                  <a:rPr lang="pt-BR" sz="1600" noProof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Gotham Book" panose="02000604030000020004" pitchFamily="2" charset="0"/>
                  </a:rPr>
                  <a:t>Horizonte de tempo infinito.</a:t>
                </a:r>
              </a:p>
              <a:p>
                <a:pPr algn="just">
                  <a:spcBef>
                    <a:spcPts val="0"/>
                  </a:spcBef>
                  <a:spcAft>
                    <a:spcPts val="1800"/>
                  </a:spcAft>
                  <a:buClr>
                    <a:schemeClr val="accent1">
                      <a:lumMod val="75000"/>
                    </a:schemeClr>
                  </a:buClr>
                </a:pPr>
                <a:r>
                  <a:rPr lang="pt-BR" sz="1600" noProof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Gotham Book" panose="02000604030000020004" pitchFamily="2" charset="0"/>
                  </a:rPr>
                  <a:t>Tempo discreto: 0, 1, 2, ... </a:t>
                </a:r>
              </a:p>
            </p:txBody>
          </p:sp>
        </mc:Choice>
        <mc:Fallback xmlns="">
          <p:sp>
            <p:nvSpPr>
              <p:cNvPr id="27" name="Marcador de contenido 2">
                <a:extLst>
                  <a:ext uri="{FF2B5EF4-FFF2-40B4-BE49-F238E27FC236}">
                    <a16:creationId xmlns:a16="http://schemas.microsoft.com/office/drawing/2014/main" id="{6DD32B08-5E7D-A192-C1F5-EB40CC3827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4984" y="1897964"/>
                <a:ext cx="10462030" cy="3831627"/>
              </a:xfrm>
              <a:prstGeom prst="rect">
                <a:avLst/>
              </a:prstGeom>
              <a:blipFill>
                <a:blip r:embed="rId4"/>
                <a:stretch>
                  <a:fillRect t="-954" r="-29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5">
            <a:extLst>
              <a:ext uri="{FF2B5EF4-FFF2-40B4-BE49-F238E27FC236}">
                <a16:creationId xmlns:a16="http://schemas.microsoft.com/office/drawing/2014/main" id="{342A3449-908E-C7B6-6D7D-4FCFC90C82F1}"/>
              </a:ext>
            </a:extLst>
          </p:cNvPr>
          <p:cNvSpPr txBox="1"/>
          <p:nvPr/>
        </p:nvSpPr>
        <p:spPr>
          <a:xfrm>
            <a:off x="401933" y="168881"/>
            <a:ext cx="720113" cy="3744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ts val="1100"/>
              </a:lnSpc>
              <a:defRPr/>
            </a:pPr>
            <a:r>
              <a:rPr lang="pt-BR" sz="1000" noProof="0" dirty="0">
                <a:solidFill>
                  <a:srgbClr val="4D4D4D"/>
                </a:solidFill>
                <a:latin typeface="Gotham Light" pitchFamily="50" charset="0"/>
                <a:cs typeface="Gotham Black" pitchFamily="50" charset="0"/>
              </a:rPr>
              <a:t>Modelo </a:t>
            </a:r>
          </a:p>
          <a:p>
            <a:pPr lvl="0">
              <a:lnSpc>
                <a:spcPts val="1100"/>
              </a:lnSpc>
              <a:defRPr/>
            </a:pPr>
            <a:r>
              <a:rPr lang="pt-BR" sz="1000" noProof="0" dirty="0">
                <a:solidFill>
                  <a:srgbClr val="4D4D4D"/>
                </a:solidFill>
                <a:latin typeface="Gotham Light" pitchFamily="50" charset="0"/>
                <a:cs typeface="Gotham Black" pitchFamily="50" charset="0"/>
              </a:rPr>
              <a:t>Ramsey</a:t>
            </a:r>
            <a:endParaRPr kumimoji="0" lang="pt-BR" sz="1000" b="1" i="0" u="none" strike="noStrike" kern="1200" cap="none" spc="0" normalizeH="0" baseline="0" noProof="0" dirty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Gotham Light" pitchFamily="50" charset="0"/>
              <a:ea typeface="+mn-ea"/>
              <a:cs typeface="Gotham Black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85378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89">
            <a:extLst>
              <a:ext uri="{FF2B5EF4-FFF2-40B4-BE49-F238E27FC236}">
                <a16:creationId xmlns:a16="http://schemas.microsoft.com/office/drawing/2014/main" id="{5FED718F-9803-800A-F258-487CD4CACD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8336" y="6350242"/>
            <a:ext cx="780356" cy="365792"/>
          </a:xfrm>
          <a:prstGeom prst="rect">
            <a:avLst/>
          </a:prstGeom>
        </p:spPr>
      </p:pic>
      <p:sp>
        <p:nvSpPr>
          <p:cNvPr id="7" name="Rectángulo 5">
            <a:extLst>
              <a:ext uri="{FF2B5EF4-FFF2-40B4-BE49-F238E27FC236}">
                <a16:creationId xmlns:a16="http://schemas.microsoft.com/office/drawing/2014/main" id="{E0388FD9-EC60-F5FE-0362-6544841E372E}"/>
              </a:ext>
            </a:extLst>
          </p:cNvPr>
          <p:cNvSpPr/>
          <p:nvPr/>
        </p:nvSpPr>
        <p:spPr>
          <a:xfrm>
            <a:off x="346933" y="144104"/>
            <a:ext cx="55001" cy="42401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2" name="Grupo 83">
            <a:extLst>
              <a:ext uri="{FF2B5EF4-FFF2-40B4-BE49-F238E27FC236}">
                <a16:creationId xmlns:a16="http://schemas.microsoft.com/office/drawing/2014/main" id="{A4E3474D-8474-798A-0E6D-916DAC09142C}"/>
              </a:ext>
            </a:extLst>
          </p:cNvPr>
          <p:cNvGrpSpPr/>
          <p:nvPr/>
        </p:nvGrpSpPr>
        <p:grpSpPr>
          <a:xfrm>
            <a:off x="0" y="6457233"/>
            <a:ext cx="401934" cy="326337"/>
            <a:chOff x="0" y="6457233"/>
            <a:chExt cx="401934" cy="326337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13" name="Rectángulo redondeado 1">
              <a:extLst>
                <a:ext uri="{FF2B5EF4-FFF2-40B4-BE49-F238E27FC236}">
                  <a16:creationId xmlns:a16="http://schemas.microsoft.com/office/drawing/2014/main" id="{2E36149E-4F40-CC2F-C619-7D35A4F6D6C9}"/>
                </a:ext>
              </a:extLst>
            </p:cNvPr>
            <p:cNvSpPr/>
            <p:nvPr/>
          </p:nvSpPr>
          <p:spPr>
            <a:xfrm>
              <a:off x="0" y="6457233"/>
              <a:ext cx="401934" cy="326337"/>
            </a:xfrm>
            <a:prstGeom prst="flowChartDelay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CuadroTexto 85">
              <a:extLst>
                <a:ext uri="{FF2B5EF4-FFF2-40B4-BE49-F238E27FC236}">
                  <a16:creationId xmlns:a16="http://schemas.microsoft.com/office/drawing/2014/main" id="{1F92F7A6-0826-1FE4-6F5F-0A5263392AAF}"/>
                </a:ext>
              </a:extLst>
            </p:cNvPr>
            <p:cNvSpPr txBox="1"/>
            <p:nvPr/>
          </p:nvSpPr>
          <p:spPr>
            <a:xfrm>
              <a:off x="15073" y="6489596"/>
              <a:ext cx="263223" cy="2616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ok" panose="02000604040000020004" pitchFamily="50" charset="0"/>
                  <a:ea typeface="+mn-ea"/>
                  <a:cs typeface="+mn-cs"/>
                </a:rPr>
                <a:t>6</a:t>
              </a:r>
            </a:p>
          </p:txBody>
        </p:sp>
      </p:grpSp>
      <p:sp>
        <p:nvSpPr>
          <p:cNvPr id="17" name="Slide Number Placeholder 13">
            <a:extLst>
              <a:ext uri="{FF2B5EF4-FFF2-40B4-BE49-F238E27FC236}">
                <a16:creationId xmlns:a16="http://schemas.microsoft.com/office/drawing/2014/main" id="{78E6E173-70F3-B323-4B2B-D770A930D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507601"/>
            <a:ext cx="321383" cy="225600"/>
          </a:xfrm>
          <a:solidFill>
            <a:srgbClr val="B4C7E7"/>
          </a:solidFill>
        </p:spPr>
        <p:txBody>
          <a:bodyPr/>
          <a:lstStyle/>
          <a:p>
            <a:pPr algn="ctr"/>
            <a:fld id="{EE745C5F-8F31-4318-ABF5-660B737895AE}" type="slidenum">
              <a:rPr lang="pt-BR" sz="1000" noProof="0" smtClean="0">
                <a:solidFill>
                  <a:schemeClr val="bg1"/>
                </a:solidFill>
                <a:latin typeface="Gotham Book" panose="02000604040000020004" pitchFamily="50" charset="0"/>
              </a:rPr>
              <a:pPr algn="ctr"/>
              <a:t>5</a:t>
            </a:fld>
            <a:endParaRPr lang="pt-BR" sz="1000" noProof="0" dirty="0">
              <a:solidFill>
                <a:schemeClr val="bg1"/>
              </a:solidFill>
              <a:latin typeface="Gotham Book" panose="02000604040000020004" pitchFamily="50" charset="0"/>
            </a:endParaRPr>
          </a:p>
        </p:txBody>
      </p:sp>
      <p:sp>
        <p:nvSpPr>
          <p:cNvPr id="22" name="Título 1">
            <a:extLst>
              <a:ext uri="{FF2B5EF4-FFF2-40B4-BE49-F238E27FC236}">
                <a16:creationId xmlns:a16="http://schemas.microsoft.com/office/drawing/2014/main" id="{53331EDC-2B0E-6359-47A7-183566E32F07}"/>
              </a:ext>
            </a:extLst>
          </p:cNvPr>
          <p:cNvSpPr txBox="1">
            <a:spLocks/>
          </p:cNvSpPr>
          <p:nvPr/>
        </p:nvSpPr>
        <p:spPr bwMode="auto">
          <a:xfrm>
            <a:off x="1494991" y="569556"/>
            <a:ext cx="9190565" cy="859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21920" tIns="60960" rIns="121920" bIns="60960" numCol="1" anchor="ctr" anchorCtr="0" compatLnSpc="1">
            <a:prstTxWarp prst="textNoShape">
              <a:avLst/>
            </a:prstTxWarp>
          </a:bodyPr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pt-BR" sz="2500" b="1" noProof="0" dirty="0">
                <a:solidFill>
                  <a:schemeClr val="accent1">
                    <a:lumMod val="75000"/>
                  </a:schemeClr>
                </a:solidFill>
                <a:latin typeface="Gotham Black" panose="02000604040000020004" pitchFamily="50" charset="0"/>
              </a:rPr>
              <a:t>Pressupostos do modelo</a:t>
            </a:r>
            <a:endParaRPr lang="pt-BR" sz="3000" b="1" noProof="0" dirty="0">
              <a:solidFill>
                <a:schemeClr val="accent1">
                  <a:lumMod val="75000"/>
                </a:schemeClr>
              </a:solidFill>
              <a:latin typeface="Gotham Black" panose="02000604040000020004" pitchFamily="50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Marcador de contenido 2">
                <a:extLst>
                  <a:ext uri="{FF2B5EF4-FFF2-40B4-BE49-F238E27FC236}">
                    <a16:creationId xmlns:a16="http://schemas.microsoft.com/office/drawing/2014/main" id="{6DD32B08-5E7D-A192-C1F5-EB40CC3827C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64985" y="1942744"/>
                <a:ext cx="10462030" cy="358843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42900" algn="l" rtl="0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32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1pPr>
                <a:lvl2pPr marL="914400" marR="0" lvl="1" indent="-342900" algn="l" rtl="0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–"/>
                  <a:defRPr sz="2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2pPr>
                <a:lvl3pPr marL="1371600" marR="0" lvl="2" indent="-342900" algn="l" rtl="0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24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3pPr>
                <a:lvl4pPr marL="1828800" marR="0" lvl="3" indent="-342900" algn="l" rtl="0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–"/>
                  <a:defRPr sz="20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4pPr>
                <a:lvl5pPr marL="2286000" marR="0" lvl="4" indent="-342900" algn="l" rtl="0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»"/>
                  <a:defRPr sz="20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5pPr>
                <a:lvl6pPr marL="2743200" marR="0" lvl="5" indent="-342900" algn="l" rtl="0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20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6pPr>
                <a:lvl7pPr marL="3200400" marR="0" lvl="6" indent="-342900" algn="l" rtl="0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20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7pPr>
                <a:lvl8pPr marL="3657600" marR="0" lvl="7" indent="-342900" algn="l" rtl="0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20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8pPr>
                <a:lvl9pPr marL="4114800" marR="0" lvl="8" indent="-342900" algn="l" rtl="0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20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9pPr>
              </a:lstStyle>
              <a:p>
                <a:pPr algn="just">
                  <a:spcBef>
                    <a:spcPts val="0"/>
                  </a:spcBef>
                  <a:spcAft>
                    <a:spcPts val="1800"/>
                  </a:spcAft>
                  <a:buClr>
                    <a:schemeClr val="accent1">
                      <a:lumMod val="75000"/>
                    </a:schemeClr>
                  </a:buClr>
                </a:pPr>
                <a:r>
                  <a:rPr lang="pt-BR" sz="1600" noProof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Gotham Book" panose="02000604030000020004" pitchFamily="2" charset="0"/>
                  </a:rPr>
                  <a:t>As famílias descontam o futuro à taxa </a:t>
                </a:r>
              </a:p>
              <a:p>
                <a:pPr marL="114300" indent="0" algn="ctr">
                  <a:spcBef>
                    <a:spcPts val="0"/>
                  </a:spcBef>
                  <a:spcAft>
                    <a:spcPts val="1800"/>
                  </a:spcAft>
                  <a:buClr>
                    <a:schemeClr val="accent1">
                      <a:lumMod val="75000"/>
                    </a:schemeClr>
                  </a:buClr>
                  <a:buNone/>
                </a:pPr>
                <a14:m>
                  <m:oMath xmlns:m="http://schemas.openxmlformats.org/officeDocument/2006/math">
                    <m:r>
                      <a:rPr lang="pt-BR" sz="1600" b="0" i="1" noProof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𝛽</m:t>
                    </m:r>
                    <m:r>
                      <a:rPr lang="pt-BR" sz="1600" b="0" i="1" noProof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∈(0,1)</m:t>
                    </m:r>
                  </m:oMath>
                </a14:m>
                <a:r>
                  <a:rPr lang="pt-BR" sz="1600" noProof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Gotham Book" panose="02000604030000020004" pitchFamily="2" charset="0"/>
                  </a:rPr>
                  <a:t> </a:t>
                </a:r>
              </a:p>
              <a:p>
                <a:pPr algn="just">
                  <a:spcBef>
                    <a:spcPts val="0"/>
                  </a:spcBef>
                  <a:spcAft>
                    <a:spcPts val="1800"/>
                  </a:spcAft>
                  <a:buClr>
                    <a:schemeClr val="accent1">
                      <a:lumMod val="75000"/>
                    </a:schemeClr>
                  </a:buClr>
                </a:pPr>
                <a:r>
                  <a:rPr lang="pt-BR" sz="1600" noProof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Gotham Book" panose="02000604030000020004" pitchFamily="2" charset="0"/>
                  </a:rPr>
                  <a:t>O capital deprecia-se à taxa </a:t>
                </a:r>
              </a:p>
              <a:p>
                <a:pPr marL="114300" indent="0" algn="ctr">
                  <a:spcBef>
                    <a:spcPts val="0"/>
                  </a:spcBef>
                  <a:spcAft>
                    <a:spcPts val="1800"/>
                  </a:spcAft>
                  <a:buClr>
                    <a:schemeClr val="accent1">
                      <a:lumMod val="75000"/>
                    </a:schemeClr>
                  </a:buClr>
                  <a:buNone/>
                </a:pPr>
                <a14:m>
                  <m:oMath xmlns:m="http://schemas.openxmlformats.org/officeDocument/2006/math">
                    <m:r>
                      <a:rPr lang="pt-BR" sz="1600" b="0" i="1" noProof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  <m:r>
                      <a:rPr lang="pt-BR" sz="1600" b="0" i="1" noProof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∈(0,1)</m:t>
                    </m:r>
                  </m:oMath>
                </a14:m>
                <a:r>
                  <a:rPr lang="pt-BR" sz="1600" noProof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Gotham Book" panose="02000604030000020004" pitchFamily="2" charset="0"/>
                  </a:rPr>
                  <a:t> </a:t>
                </a:r>
              </a:p>
              <a:p>
                <a:pPr algn="just">
                  <a:spcBef>
                    <a:spcPts val="0"/>
                  </a:spcBef>
                  <a:spcAft>
                    <a:spcPts val="1800"/>
                  </a:spcAft>
                  <a:buClr>
                    <a:schemeClr val="accent1">
                      <a:lumMod val="75000"/>
                    </a:schemeClr>
                  </a:buClr>
                </a:pPr>
                <a:r>
                  <a:rPr lang="pt-BR" sz="1600" noProof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Gotham Book" panose="02000604030000020004" pitchFamily="2" charset="0"/>
                  </a:rPr>
                  <a:t>A família representativa tem uma unidade de trabalho que se oferece </a:t>
                </a:r>
                <a:r>
                  <a:rPr lang="pt-BR" sz="1600" noProof="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Gotham Book" panose="02000604030000020004" pitchFamily="2" charset="0"/>
                  </a:rPr>
                  <a:t>inelasticamente</a:t>
                </a:r>
                <a:r>
                  <a:rPr lang="pt-BR" sz="1600" noProof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Gotham Book" panose="02000604030000020004" pitchFamily="2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1600" b="0" i="1" noProof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600" b="0" i="1" noProof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pt-BR" sz="1600" b="0" i="1" noProof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pt-BR" sz="1600" b="0" i="1" noProof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pt-BR" sz="1600" noProof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Gotham Book" panose="02000604030000020004" pitchFamily="2" charset="0"/>
                  </a:rPr>
                  <a:t>.</a:t>
                </a:r>
              </a:p>
              <a:p>
                <a:pPr algn="just">
                  <a:spcBef>
                    <a:spcPts val="0"/>
                  </a:spcBef>
                  <a:spcAft>
                    <a:spcPts val="1800"/>
                  </a:spcAft>
                  <a:buClr>
                    <a:schemeClr val="accent1">
                      <a:lumMod val="75000"/>
                    </a:schemeClr>
                  </a:buClr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sz="1600" b="0" i="1" noProof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600" b="0" i="1" noProof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pt-BR" sz="1600" b="0" i="1" noProof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pt-BR" sz="1600" b="0" i="1" noProof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pt-BR" sz="1600" b="0" i="1" noProof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600" b="0" i="1" noProof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pt-BR" sz="1600" b="0" i="1" noProof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pt-BR" sz="1600" b="0" i="1" noProof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pt-BR" sz="1600" b="0" i="1" noProof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600" b="0" i="1" noProof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pt-BR" sz="1600" b="0" i="1" noProof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pt-BR" sz="1600" b="0" i="1" noProof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pt-BR" sz="1600" b="0" i="1" noProof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600" b="0" i="1" noProof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pt-BR" sz="1600" b="0" i="1" noProof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pt-BR" sz="1600" noProof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Gotham Book" panose="02000604030000020004" pitchFamily="2" charset="0"/>
                  </a:rPr>
                  <a:t> denotam consumo, produção, capital e ativos em termos per capita. </a:t>
                </a:r>
                <a:endParaRPr lang="pt-BR" sz="1600" i="1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mbria Math" panose="02040503050406030204" pitchFamily="18" charset="0"/>
                </a:endParaRPr>
              </a:p>
              <a:p>
                <a:pPr algn="just">
                  <a:spcBef>
                    <a:spcPts val="0"/>
                  </a:spcBef>
                  <a:spcAft>
                    <a:spcPts val="1800"/>
                  </a:spcAft>
                  <a:buClr>
                    <a:schemeClr val="accent1">
                      <a:lumMod val="75000"/>
                    </a:schemeClr>
                  </a:buClr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sz="1600" i="1" noProof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600" b="0" i="1" noProof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pt-BR" sz="1600" i="1" noProof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pt-BR" sz="1600" noProof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Gotham Book" panose="02000604030000020004" pitchFamily="2" charset="0"/>
                  </a:rPr>
                  <a:t> corresponderá ao salário e</a:t>
                </a:r>
                <a14:m>
                  <m:oMath xmlns:m="http://schemas.openxmlformats.org/officeDocument/2006/math">
                    <m:r>
                      <a:rPr lang="pt-BR" sz="1600" b="0" i="0" noProof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pt-BR" sz="1600" i="1" noProof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600" b="0" i="1" noProof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pt-BR" sz="1600" i="1" noProof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pt-BR" sz="1600" noProof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Gotham Book" panose="02000604030000020004" pitchFamily="2" charset="0"/>
                  </a:rPr>
                  <a:t> será o rendimento dos ativos.</a:t>
                </a:r>
              </a:p>
            </p:txBody>
          </p:sp>
        </mc:Choice>
        <mc:Fallback xmlns="">
          <p:sp>
            <p:nvSpPr>
              <p:cNvPr id="27" name="Marcador de contenido 2">
                <a:extLst>
                  <a:ext uri="{FF2B5EF4-FFF2-40B4-BE49-F238E27FC236}">
                    <a16:creationId xmlns:a16="http://schemas.microsoft.com/office/drawing/2014/main" id="{6DD32B08-5E7D-A192-C1F5-EB40CC3827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4985" y="1942744"/>
                <a:ext cx="10462030" cy="3588436"/>
              </a:xfrm>
              <a:prstGeom prst="rect">
                <a:avLst/>
              </a:prstGeom>
              <a:blipFill>
                <a:blip r:embed="rId4"/>
                <a:stretch>
                  <a:fillRect t="-119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5">
            <a:extLst>
              <a:ext uri="{FF2B5EF4-FFF2-40B4-BE49-F238E27FC236}">
                <a16:creationId xmlns:a16="http://schemas.microsoft.com/office/drawing/2014/main" id="{342A3449-908E-C7B6-6D7D-4FCFC90C82F1}"/>
              </a:ext>
            </a:extLst>
          </p:cNvPr>
          <p:cNvSpPr txBox="1"/>
          <p:nvPr/>
        </p:nvSpPr>
        <p:spPr>
          <a:xfrm>
            <a:off x="401933" y="168881"/>
            <a:ext cx="720113" cy="3744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ts val="1100"/>
              </a:lnSpc>
              <a:defRPr/>
            </a:pPr>
            <a:r>
              <a:rPr lang="pt-BR" sz="1000" noProof="0" dirty="0">
                <a:solidFill>
                  <a:srgbClr val="4D4D4D"/>
                </a:solidFill>
                <a:latin typeface="Gotham Light" pitchFamily="50" charset="0"/>
                <a:cs typeface="Gotham Black" pitchFamily="50" charset="0"/>
              </a:rPr>
              <a:t>Modelo </a:t>
            </a:r>
          </a:p>
          <a:p>
            <a:pPr lvl="0">
              <a:lnSpc>
                <a:spcPts val="1100"/>
              </a:lnSpc>
              <a:defRPr/>
            </a:pPr>
            <a:r>
              <a:rPr lang="pt-BR" sz="1000" noProof="0" dirty="0">
                <a:solidFill>
                  <a:srgbClr val="4D4D4D"/>
                </a:solidFill>
                <a:latin typeface="Gotham Light" pitchFamily="50" charset="0"/>
                <a:cs typeface="Gotham Black" pitchFamily="50" charset="0"/>
              </a:rPr>
              <a:t>Ramsey</a:t>
            </a:r>
            <a:endParaRPr kumimoji="0" lang="pt-BR" sz="1000" b="1" i="0" u="none" strike="noStrike" kern="1200" cap="none" spc="0" normalizeH="0" baseline="0" noProof="0" dirty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Gotham Light" pitchFamily="50" charset="0"/>
              <a:ea typeface="+mn-ea"/>
              <a:cs typeface="Gotham Black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22034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14D2D1F-9B27-5C89-1355-5B3387B959A7}"/>
              </a:ext>
            </a:extLst>
          </p:cNvPr>
          <p:cNvSpPr/>
          <p:nvPr/>
        </p:nvSpPr>
        <p:spPr>
          <a:xfrm>
            <a:off x="616180" y="4010919"/>
            <a:ext cx="3683446" cy="296330"/>
          </a:xfrm>
          <a:custGeom>
            <a:avLst/>
            <a:gdLst>
              <a:gd name="csX0" fmla="*/ 0 w 3683446"/>
              <a:gd name="csY0" fmla="*/ 0 h 296330"/>
              <a:gd name="csX1" fmla="*/ 3683446 w 3683446"/>
              <a:gd name="csY1" fmla="*/ 0 h 296330"/>
              <a:gd name="csX2" fmla="*/ 3683446 w 3683446"/>
              <a:gd name="csY2" fmla="*/ 296330 h 296330"/>
              <a:gd name="csX3" fmla="*/ 0 w 3683446"/>
              <a:gd name="csY3" fmla="*/ 296330 h 296330"/>
              <a:gd name="csX4" fmla="*/ 0 w 3683446"/>
              <a:gd name="csY4" fmla="*/ 0 h 29633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683446" h="296330" fill="none" extrusionOk="0">
                <a:moveTo>
                  <a:pt x="0" y="0"/>
                </a:moveTo>
                <a:cubicBezTo>
                  <a:pt x="922546" y="-109183"/>
                  <a:pt x="3162003" y="-163229"/>
                  <a:pt x="3683446" y="0"/>
                </a:cubicBezTo>
                <a:cubicBezTo>
                  <a:pt x="3688901" y="34486"/>
                  <a:pt x="3701061" y="233745"/>
                  <a:pt x="3683446" y="296330"/>
                </a:cubicBezTo>
                <a:cubicBezTo>
                  <a:pt x="2535455" y="238722"/>
                  <a:pt x="859189" y="421221"/>
                  <a:pt x="0" y="296330"/>
                </a:cubicBezTo>
                <a:cubicBezTo>
                  <a:pt x="-9837" y="184205"/>
                  <a:pt x="206" y="69926"/>
                  <a:pt x="0" y="0"/>
                </a:cubicBezTo>
                <a:close/>
              </a:path>
              <a:path w="3683446" h="296330" stroke="0" extrusionOk="0">
                <a:moveTo>
                  <a:pt x="0" y="0"/>
                </a:moveTo>
                <a:cubicBezTo>
                  <a:pt x="1617483" y="-112441"/>
                  <a:pt x="3258533" y="65671"/>
                  <a:pt x="3683446" y="0"/>
                </a:cubicBezTo>
                <a:cubicBezTo>
                  <a:pt x="3708095" y="123424"/>
                  <a:pt x="3706033" y="264601"/>
                  <a:pt x="3683446" y="296330"/>
                </a:cubicBezTo>
                <a:cubicBezTo>
                  <a:pt x="2201554" y="324062"/>
                  <a:pt x="907935" y="135395"/>
                  <a:pt x="0" y="296330"/>
                </a:cubicBezTo>
                <a:cubicBezTo>
                  <a:pt x="-17871" y="205506"/>
                  <a:pt x="-25161" y="65157"/>
                  <a:pt x="0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31825359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27EA2D6-94E8-02F4-2045-E51E5991C57B}"/>
              </a:ext>
            </a:extLst>
          </p:cNvPr>
          <p:cNvSpPr txBox="1"/>
          <p:nvPr/>
        </p:nvSpPr>
        <p:spPr>
          <a:xfrm>
            <a:off x="616180" y="3044279"/>
            <a:ext cx="928085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pt-BR" sz="4400" b="1" spc="300" noProof="0" dirty="0">
                <a:solidFill>
                  <a:schemeClr val="accent1">
                    <a:lumMod val="75000"/>
                  </a:schemeClr>
                </a:solidFill>
                <a:latin typeface="Gotham Bold" panose="02000604030000020004" pitchFamily="2" charset="0"/>
                <a:cs typeface="Arial" panose="020B0604020202020204" pitchFamily="34" charset="0"/>
              </a:rPr>
              <a:t>Problema doméstico</a:t>
            </a:r>
            <a:endParaRPr kumimoji="0" lang="pt-BR" sz="3200" b="1" u="none" strike="noStrike" kern="1200" cap="none" spc="30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latin typeface="Gotham Book" panose="02000604040000020004" pitchFamily="50" charset="0"/>
              <a:cs typeface="Arial" panose="020B0604020202020204" pitchFamily="34" charset="0"/>
            </a:endParaRPr>
          </a:p>
        </p:txBody>
      </p:sp>
      <p:pic>
        <p:nvPicPr>
          <p:cNvPr id="2" name="Imagen 89">
            <a:extLst>
              <a:ext uri="{FF2B5EF4-FFF2-40B4-BE49-F238E27FC236}">
                <a16:creationId xmlns:a16="http://schemas.microsoft.com/office/drawing/2014/main" id="{6E9B8791-2F98-F2A8-671E-D28C5BE991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8336" y="6350242"/>
            <a:ext cx="780356" cy="365792"/>
          </a:xfrm>
          <a:prstGeom prst="rect">
            <a:avLst/>
          </a:prstGeom>
        </p:spPr>
      </p:pic>
      <p:grpSp>
        <p:nvGrpSpPr>
          <p:cNvPr id="3" name="Grupo 83">
            <a:extLst>
              <a:ext uri="{FF2B5EF4-FFF2-40B4-BE49-F238E27FC236}">
                <a16:creationId xmlns:a16="http://schemas.microsoft.com/office/drawing/2014/main" id="{37424022-95A0-A850-8C0B-25C91CD32064}"/>
              </a:ext>
            </a:extLst>
          </p:cNvPr>
          <p:cNvGrpSpPr/>
          <p:nvPr/>
        </p:nvGrpSpPr>
        <p:grpSpPr>
          <a:xfrm>
            <a:off x="0" y="6457233"/>
            <a:ext cx="401934" cy="326337"/>
            <a:chOff x="0" y="6457233"/>
            <a:chExt cx="401934" cy="326337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9" name="Rectángulo redondeado 1">
              <a:extLst>
                <a:ext uri="{FF2B5EF4-FFF2-40B4-BE49-F238E27FC236}">
                  <a16:creationId xmlns:a16="http://schemas.microsoft.com/office/drawing/2014/main" id="{C928ECD1-CD21-A264-12D1-CBD432AD09C2}"/>
                </a:ext>
              </a:extLst>
            </p:cNvPr>
            <p:cNvSpPr/>
            <p:nvPr/>
          </p:nvSpPr>
          <p:spPr>
            <a:xfrm>
              <a:off x="0" y="6457233"/>
              <a:ext cx="401934" cy="326337"/>
            </a:xfrm>
            <a:prstGeom prst="flowChartDelay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CuadroTexto 85">
              <a:extLst>
                <a:ext uri="{FF2B5EF4-FFF2-40B4-BE49-F238E27FC236}">
                  <a16:creationId xmlns:a16="http://schemas.microsoft.com/office/drawing/2014/main" id="{A782674D-27E0-234F-0F8B-597649689C44}"/>
                </a:ext>
              </a:extLst>
            </p:cNvPr>
            <p:cNvSpPr txBox="1"/>
            <p:nvPr/>
          </p:nvSpPr>
          <p:spPr>
            <a:xfrm>
              <a:off x="15073" y="6489596"/>
              <a:ext cx="263223" cy="2616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ok" panose="02000604040000020004" pitchFamily="50" charset="0"/>
                  <a:ea typeface="+mn-ea"/>
                  <a:cs typeface="+mn-cs"/>
                </a:rPr>
                <a:t>6</a:t>
              </a:r>
            </a:p>
          </p:txBody>
        </p:sp>
      </p:grpSp>
      <p:sp>
        <p:nvSpPr>
          <p:cNvPr id="12" name="Slide Number Placeholder 13">
            <a:extLst>
              <a:ext uri="{FF2B5EF4-FFF2-40B4-BE49-F238E27FC236}">
                <a16:creationId xmlns:a16="http://schemas.microsoft.com/office/drawing/2014/main" id="{E85B0778-D1A9-DEE6-DCA9-C9BFCF5FE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507601"/>
            <a:ext cx="321383" cy="225600"/>
          </a:xfrm>
          <a:solidFill>
            <a:srgbClr val="B4C7E7"/>
          </a:solidFill>
        </p:spPr>
        <p:txBody>
          <a:bodyPr/>
          <a:lstStyle/>
          <a:p>
            <a:pPr algn="ctr"/>
            <a:fld id="{EE745C5F-8F31-4318-ABF5-660B737895AE}" type="slidenum">
              <a:rPr lang="pt-BR" sz="1000" noProof="0" smtClean="0">
                <a:solidFill>
                  <a:schemeClr val="bg1"/>
                </a:solidFill>
                <a:latin typeface="Gotham Book" panose="02000604040000020004" pitchFamily="50" charset="0"/>
              </a:rPr>
              <a:pPr algn="ctr"/>
              <a:t>6</a:t>
            </a:fld>
            <a:endParaRPr lang="pt-BR" sz="1000" noProof="0" dirty="0">
              <a:solidFill>
                <a:schemeClr val="bg1"/>
              </a:solidFill>
              <a:latin typeface="Gotham Book" panose="02000604040000020004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9625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89">
            <a:extLst>
              <a:ext uri="{FF2B5EF4-FFF2-40B4-BE49-F238E27FC236}">
                <a16:creationId xmlns:a16="http://schemas.microsoft.com/office/drawing/2014/main" id="{5FED718F-9803-800A-F258-487CD4CACD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8336" y="6350242"/>
            <a:ext cx="780356" cy="365792"/>
          </a:xfrm>
          <a:prstGeom prst="rect">
            <a:avLst/>
          </a:prstGeom>
        </p:spPr>
      </p:pic>
      <p:sp>
        <p:nvSpPr>
          <p:cNvPr id="7" name="Rectángulo 5">
            <a:extLst>
              <a:ext uri="{FF2B5EF4-FFF2-40B4-BE49-F238E27FC236}">
                <a16:creationId xmlns:a16="http://schemas.microsoft.com/office/drawing/2014/main" id="{E0388FD9-EC60-F5FE-0362-6544841E372E}"/>
              </a:ext>
            </a:extLst>
          </p:cNvPr>
          <p:cNvSpPr/>
          <p:nvPr/>
        </p:nvSpPr>
        <p:spPr>
          <a:xfrm>
            <a:off x="346933" y="144104"/>
            <a:ext cx="55001" cy="42401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Box 5">
            <a:extLst>
              <a:ext uri="{FF2B5EF4-FFF2-40B4-BE49-F238E27FC236}">
                <a16:creationId xmlns:a16="http://schemas.microsoft.com/office/drawing/2014/main" id="{263ACBF6-1521-1948-B65D-063D126F9B4D}"/>
              </a:ext>
            </a:extLst>
          </p:cNvPr>
          <p:cNvSpPr txBox="1"/>
          <p:nvPr/>
        </p:nvSpPr>
        <p:spPr>
          <a:xfrm>
            <a:off x="401934" y="238801"/>
            <a:ext cx="2901706" cy="2333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ts val="1100"/>
              </a:lnSpc>
              <a:defRPr/>
            </a:pPr>
            <a:r>
              <a:rPr lang="pt-BR" sz="1000" noProof="0" dirty="0">
                <a:solidFill>
                  <a:srgbClr val="4D4D4D"/>
                </a:solidFill>
                <a:latin typeface="Gotham Light" pitchFamily="50" charset="0"/>
                <a:cs typeface="Gotham Black" pitchFamily="50" charset="0"/>
              </a:rPr>
              <a:t>Famílias</a:t>
            </a:r>
            <a:endParaRPr kumimoji="0" lang="pt-BR" sz="1000" b="1" i="0" u="none" strike="noStrike" kern="1200" cap="none" spc="0" normalizeH="0" baseline="0" noProof="0" dirty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Gotham Light" pitchFamily="50" charset="0"/>
              <a:ea typeface="+mn-ea"/>
              <a:cs typeface="Gotham Black" pitchFamily="50" charset="0"/>
            </a:endParaRPr>
          </a:p>
        </p:txBody>
      </p:sp>
      <p:grpSp>
        <p:nvGrpSpPr>
          <p:cNvPr id="12" name="Grupo 83">
            <a:extLst>
              <a:ext uri="{FF2B5EF4-FFF2-40B4-BE49-F238E27FC236}">
                <a16:creationId xmlns:a16="http://schemas.microsoft.com/office/drawing/2014/main" id="{A4E3474D-8474-798A-0E6D-916DAC09142C}"/>
              </a:ext>
            </a:extLst>
          </p:cNvPr>
          <p:cNvGrpSpPr/>
          <p:nvPr/>
        </p:nvGrpSpPr>
        <p:grpSpPr>
          <a:xfrm>
            <a:off x="0" y="6457233"/>
            <a:ext cx="401934" cy="326337"/>
            <a:chOff x="0" y="6457233"/>
            <a:chExt cx="401934" cy="326337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13" name="Rectángulo redondeado 1">
              <a:extLst>
                <a:ext uri="{FF2B5EF4-FFF2-40B4-BE49-F238E27FC236}">
                  <a16:creationId xmlns:a16="http://schemas.microsoft.com/office/drawing/2014/main" id="{2E36149E-4F40-CC2F-C619-7D35A4F6D6C9}"/>
                </a:ext>
              </a:extLst>
            </p:cNvPr>
            <p:cNvSpPr/>
            <p:nvPr/>
          </p:nvSpPr>
          <p:spPr>
            <a:xfrm>
              <a:off x="0" y="6457233"/>
              <a:ext cx="401934" cy="326337"/>
            </a:xfrm>
            <a:prstGeom prst="flowChartDelay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CuadroTexto 85">
              <a:extLst>
                <a:ext uri="{FF2B5EF4-FFF2-40B4-BE49-F238E27FC236}">
                  <a16:creationId xmlns:a16="http://schemas.microsoft.com/office/drawing/2014/main" id="{1F92F7A6-0826-1FE4-6F5F-0A5263392AAF}"/>
                </a:ext>
              </a:extLst>
            </p:cNvPr>
            <p:cNvSpPr txBox="1"/>
            <p:nvPr/>
          </p:nvSpPr>
          <p:spPr>
            <a:xfrm>
              <a:off x="15073" y="6489596"/>
              <a:ext cx="263223" cy="2616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ok" panose="02000604040000020004" pitchFamily="50" charset="0"/>
                  <a:ea typeface="+mn-ea"/>
                  <a:cs typeface="+mn-cs"/>
                </a:rPr>
                <a:t>6</a:t>
              </a:r>
            </a:p>
          </p:txBody>
        </p:sp>
      </p:grpSp>
      <p:sp>
        <p:nvSpPr>
          <p:cNvPr id="17" name="Slide Number Placeholder 13">
            <a:extLst>
              <a:ext uri="{FF2B5EF4-FFF2-40B4-BE49-F238E27FC236}">
                <a16:creationId xmlns:a16="http://schemas.microsoft.com/office/drawing/2014/main" id="{78E6E173-70F3-B323-4B2B-D770A930D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507601"/>
            <a:ext cx="321383" cy="225600"/>
          </a:xfrm>
          <a:solidFill>
            <a:srgbClr val="B4C7E7"/>
          </a:solidFill>
        </p:spPr>
        <p:txBody>
          <a:bodyPr/>
          <a:lstStyle/>
          <a:p>
            <a:pPr algn="ctr"/>
            <a:fld id="{EE745C5F-8F31-4318-ABF5-660B737895AE}" type="slidenum">
              <a:rPr lang="pt-BR" sz="1000" noProof="0" smtClean="0">
                <a:solidFill>
                  <a:schemeClr val="bg1"/>
                </a:solidFill>
                <a:latin typeface="Gotham Book" panose="02000604040000020004" pitchFamily="50" charset="0"/>
              </a:rPr>
              <a:pPr algn="ctr"/>
              <a:t>7</a:t>
            </a:fld>
            <a:endParaRPr lang="pt-BR" sz="1000" noProof="0" dirty="0">
              <a:solidFill>
                <a:schemeClr val="bg1"/>
              </a:solidFill>
              <a:latin typeface="Gotham Book" panose="02000604040000020004" pitchFamily="50" charset="0"/>
            </a:endParaRPr>
          </a:p>
        </p:txBody>
      </p:sp>
      <p:sp>
        <p:nvSpPr>
          <p:cNvPr id="22" name="Título 1">
            <a:extLst>
              <a:ext uri="{FF2B5EF4-FFF2-40B4-BE49-F238E27FC236}">
                <a16:creationId xmlns:a16="http://schemas.microsoft.com/office/drawing/2014/main" id="{53331EDC-2B0E-6359-47A7-183566E32F07}"/>
              </a:ext>
            </a:extLst>
          </p:cNvPr>
          <p:cNvSpPr txBox="1">
            <a:spLocks/>
          </p:cNvSpPr>
          <p:nvPr/>
        </p:nvSpPr>
        <p:spPr bwMode="auto">
          <a:xfrm>
            <a:off x="1494989" y="539166"/>
            <a:ext cx="9190565" cy="7059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21920" tIns="60960" rIns="121920" bIns="60960" numCol="1" anchor="ctr" anchorCtr="0" compatLnSpc="1">
            <a:prstTxWarp prst="textNoShape">
              <a:avLst/>
            </a:prstTxWarp>
          </a:bodyPr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defTabSz="914377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2200" b="1" noProof="0" dirty="0">
                <a:solidFill>
                  <a:schemeClr val="accent1">
                    <a:lumMod val="75000"/>
                  </a:schemeClr>
                </a:solidFill>
                <a:latin typeface="Gotham Black" panose="02000604040000020004" pitchFamily="50" charset="0"/>
              </a:rPr>
              <a:t>Problema das famílias</a:t>
            </a:r>
            <a:endParaRPr lang="pt-BR" sz="3000" b="1" noProof="0" dirty="0">
              <a:solidFill>
                <a:schemeClr val="accent1">
                  <a:lumMod val="75000"/>
                </a:schemeClr>
              </a:solidFill>
              <a:latin typeface="Gotham Black" panose="02000604040000020004" pitchFamily="50" charset="0"/>
            </a:endParaRPr>
          </a:p>
        </p:txBody>
      </p:sp>
      <p:sp>
        <p:nvSpPr>
          <p:cNvPr id="27" name="Marcador de contenido 2">
            <a:extLst>
              <a:ext uri="{FF2B5EF4-FFF2-40B4-BE49-F238E27FC236}">
                <a16:creationId xmlns:a16="http://schemas.microsoft.com/office/drawing/2014/main" id="{6DD32B08-5E7D-A192-C1F5-EB40CC3827C6}"/>
              </a:ext>
            </a:extLst>
          </p:cNvPr>
          <p:cNvSpPr txBox="1">
            <a:spLocks/>
          </p:cNvSpPr>
          <p:nvPr/>
        </p:nvSpPr>
        <p:spPr>
          <a:xfrm>
            <a:off x="966214" y="1085850"/>
            <a:ext cx="10275016" cy="5264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</a:pPr>
            <a:r>
              <a:rPr lang="pt-BR" sz="16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Gotham Book" panose="02000604030000020004" pitchFamily="2" charset="0"/>
              </a:rPr>
              <a:t>As famílias buscam </a:t>
            </a:r>
            <a:r>
              <a:rPr lang="pt-BR" sz="1600" b="1" noProof="0" dirty="0">
                <a:solidFill>
                  <a:schemeClr val="accent1">
                    <a:lumMod val="75000"/>
                  </a:schemeClr>
                </a:solidFill>
                <a:latin typeface="Gotham Book" panose="02000604030000020004" pitchFamily="2" charset="0"/>
              </a:rPr>
              <a:t>maximizar a utilidade </a:t>
            </a:r>
            <a:r>
              <a:rPr lang="pt-BR" sz="16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Gotham Book" panose="02000604030000020004" pitchFamily="2" charset="0"/>
              </a:rPr>
              <a:t>que recebem do consumo sujeitas à sua restrição orçamentária:</a:t>
            </a:r>
          </a:p>
          <a:p>
            <a:pPr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pPr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pPr marL="114300" indent="0"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  <a:buNone/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pPr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pt-BR" sz="16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Gotham Book" panose="02000604030000020004" pitchFamily="2" charset="0"/>
              </a:rPr>
              <a:t>Resolver o problema de otimização:</a:t>
            </a:r>
          </a:p>
          <a:p>
            <a:pPr marL="114300" indent="0"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  <a:buNone/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pPr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pPr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pPr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</a:pPr>
            <a:r>
              <a:rPr lang="pt-BR" sz="16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Gotham Book" panose="02000604030000020004" pitchFamily="2" charset="0"/>
              </a:rPr>
              <a:t>A condição de primeira ordem relativa ao consumo :</a:t>
            </a:r>
          </a:p>
          <a:p>
            <a:pPr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pPr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pPr marL="114300" indent="0"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  <a:buNone/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pPr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</a:pPr>
            <a:r>
              <a:rPr lang="pt-BR" sz="16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Gotham Book" panose="02000604030000020004" pitchFamily="2" charset="0"/>
              </a:rPr>
              <a:t>A </a:t>
            </a:r>
            <a:r>
              <a:rPr lang="pt-BR" sz="1600" b="1" noProof="0" dirty="0">
                <a:solidFill>
                  <a:schemeClr val="accent1">
                    <a:lumMod val="75000"/>
                  </a:schemeClr>
                </a:solidFill>
                <a:latin typeface="Gotham Book" panose="02000604030000020004" pitchFamily="2" charset="0"/>
              </a:rPr>
              <a:t>utilidade marginal </a:t>
            </a:r>
            <a:r>
              <a:rPr lang="pt-BR" sz="16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Gotham Book" panose="02000604030000020004" pitchFamily="2" charset="0"/>
              </a:rPr>
              <a:t>de mais uma unidade de consumo deve ser igual à utilidade marginal gerada por mais um peso de rendimento.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a 1">
                <a:extLst>
                  <a:ext uri="{FF2B5EF4-FFF2-40B4-BE49-F238E27FC236}">
                    <a16:creationId xmlns:a16="http://schemas.microsoft.com/office/drawing/2014/main" id="{868C7E68-C7D9-02B2-95D2-CEFB4A776D7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13549402"/>
                  </p:ext>
                </p:extLst>
              </p:nvPr>
            </p:nvGraphicFramePr>
            <p:xfrm>
              <a:off x="2026270" y="1336544"/>
              <a:ext cx="8127999" cy="141878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26208">
                      <a:extLst>
                        <a:ext uri="{9D8B030D-6E8A-4147-A177-3AD203B41FA5}">
                          <a16:colId xmlns:a16="http://schemas.microsoft.com/office/drawing/2014/main" val="3336428242"/>
                        </a:ext>
                      </a:extLst>
                    </a:gridCol>
                    <a:gridCol w="5580530">
                      <a:extLst>
                        <a:ext uri="{9D8B030D-6E8A-4147-A177-3AD203B41FA5}">
                          <a16:colId xmlns:a16="http://schemas.microsoft.com/office/drawing/2014/main" val="322572106"/>
                        </a:ext>
                      </a:extLst>
                    </a:gridCol>
                    <a:gridCol w="1521261">
                      <a:extLst>
                        <a:ext uri="{9D8B030D-6E8A-4147-A177-3AD203B41FA5}">
                          <a16:colId xmlns:a16="http://schemas.microsoft.com/office/drawing/2014/main" val="3933485931"/>
                        </a:ext>
                      </a:extLst>
                    </a:gridCol>
                  </a:tblGrid>
                  <a:tr h="1268387">
                    <a:tc>
                      <a:txBody>
                        <a:bodyPr/>
                        <a:lstStyle/>
                        <a:p>
                          <a:endParaRPr lang="pt-BR" noProof="0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114300" indent="0" algn="just">
                            <a:spcBef>
                              <a:spcPts val="0"/>
                            </a:spcBef>
                            <a:spcAft>
                              <a:spcPts val="1200"/>
                            </a:spcAft>
                            <a:buClr>
                              <a:schemeClr val="accent1">
                                <a:lumMod val="75000"/>
                              </a:schemeClr>
                            </a:buCl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unc>
                                  <m:funcPr>
                                    <m:ctrlPr>
                                      <a:rPr lang="pt-BR" sz="1800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limLow>
                                      <m:limLowPr>
                                        <m:ctrlPr>
                                          <a:rPr lang="pt-BR" sz="1800" b="0" i="1" noProof="0" smtClean="0"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limLow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pt-BR" sz="1800" b="0" i="0" noProof="0" smtClean="0"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max</m:t>
                                        </m:r>
                                      </m:e>
                                      <m:lim>
                                        <m:d>
                                          <m:dPr>
                                            <m:begChr m:val="{"/>
                                            <m:endChr m:val="}"/>
                                            <m:ctrlPr>
                                              <a:rPr lang="pt-BR" sz="1800" i="1" noProof="0" smtClean="0">
                                                <a:solidFill>
                                                  <a:schemeClr val="tx1">
                                                    <a:lumMod val="75000"/>
                                                    <a:lumOff val="2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pt-BR" sz="1800" b="0" i="1" noProof="0" smtClean="0">
                                                    <a:solidFill>
                                                      <a:schemeClr val="tx1">
                                                        <a:lumMod val="75000"/>
                                                        <a:lumOff val="25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pt-BR" sz="1800" b="0" i="1" noProof="0" smtClean="0">
                                                    <a:solidFill>
                                                      <a:schemeClr val="tx1">
                                                        <a:lumMod val="75000"/>
                                                        <a:lumOff val="25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𝑐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pt-BR" sz="1800" b="0" i="1" noProof="0" smtClean="0">
                                                    <a:solidFill>
                                                      <a:schemeClr val="tx1">
                                                        <a:lumMod val="75000"/>
                                                        <a:lumOff val="25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𝑡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pt-BR" sz="1800" b="0" i="1" noProof="0" smtClean="0">
                                                <a:solidFill>
                                                  <a:schemeClr val="tx1">
                                                    <a:lumMod val="75000"/>
                                                    <a:lumOff val="2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, 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pt-BR" sz="1800" b="0" i="1" noProof="0" smtClean="0">
                                                    <a:solidFill>
                                                      <a:schemeClr val="tx1">
                                                        <a:lumMod val="75000"/>
                                                        <a:lumOff val="25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pt-BR" sz="1800" b="0" i="1" noProof="0" smtClean="0">
                                                    <a:solidFill>
                                                      <a:schemeClr val="tx1">
                                                        <a:lumMod val="75000"/>
                                                        <a:lumOff val="25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𝑎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pt-BR" sz="1800" b="0" i="1" noProof="0" smtClean="0">
                                                    <a:solidFill>
                                                      <a:schemeClr val="tx1">
                                                        <a:lumMod val="75000"/>
                                                        <a:lumOff val="25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𝑡</m:t>
                                                </m:r>
                                                <m:r>
                                                  <a:rPr lang="pt-BR" sz="1800" b="0" i="1" noProof="0" smtClean="0">
                                                    <a:solidFill>
                                                      <a:schemeClr val="tx1">
                                                        <a:lumMod val="75000"/>
                                                        <a:lumOff val="25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+1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  <m:f>
                                          <m:fPr>
                                            <m:type m:val="noBar"/>
                                            <m:ctrlPr>
                                              <a:rPr lang="pt-BR" sz="1800" b="0" i="1" noProof="0" smtClean="0">
                                                <a:solidFill>
                                                  <a:schemeClr val="tx1">
                                                    <a:lumMod val="75000"/>
                                                    <a:lumOff val="2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pt-BR" sz="1800" b="0" i="1" noProof="0" smtClean="0">
                                                <a:solidFill>
                                                  <a:schemeClr val="tx1">
                                                    <a:lumMod val="75000"/>
                                                    <a:lumOff val="2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∞</m:t>
                                            </m:r>
                                          </m:num>
                                          <m:den>
                                            <m:r>
                                              <a:rPr lang="pt-BR" sz="1800" b="0" i="1" noProof="0" smtClean="0">
                                                <a:solidFill>
                                                  <a:schemeClr val="tx1">
                                                    <a:lumMod val="75000"/>
                                                    <a:lumOff val="2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𝑡</m:t>
                                            </m:r>
                                            <m:r>
                                              <a:rPr lang="pt-BR" sz="1800" b="0" i="1" noProof="0" smtClean="0">
                                                <a:solidFill>
                                                  <a:schemeClr val="tx1">
                                                    <a:lumMod val="75000"/>
                                                    <a:lumOff val="2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=0</m:t>
                                            </m:r>
                                          </m:den>
                                        </m:f>
                                      </m:lim>
                                    </m:limLow>
                                    <m:sSub>
                                      <m:sSubPr>
                                        <m:ctrlPr>
                                          <a:rPr lang="pt-BR" sz="1800" b="0" i="1" noProof="0" smtClean="0"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sz="1800" b="0" i="1" noProof="0" smtClean="0"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𝔼</m:t>
                                        </m:r>
                                      </m:e>
                                      <m:sub>
                                        <m:r>
                                          <a:rPr lang="pt-BR" sz="1800" b="0" i="1" noProof="0" smtClean="0"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  <m:nary>
                                      <m:naryPr>
                                        <m:chr m:val="∑"/>
                                        <m:ctrlPr>
                                          <a:rPr lang="pt-BR" sz="1800" b="0" i="1" noProof="0" smtClean="0"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a:rPr lang="pt-BR" sz="1800" b="0" i="1" noProof="0" smtClean="0"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  <m:r>
                                          <a:rPr lang="pt-BR" sz="1800" b="0" i="1" noProof="0" smtClean="0"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=0</m:t>
                                        </m:r>
                                      </m:sub>
                                      <m:sup>
                                        <m:r>
                                          <a:rPr lang="pt-BR" sz="1800" b="0" i="1" noProof="0" smtClean="0"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∞</m:t>
                                        </m:r>
                                      </m:sup>
                                      <m:e>
                                        <m:sSup>
                                          <m:sSupPr>
                                            <m:ctrlPr>
                                              <a:rPr lang="pt-BR" sz="1800" b="0" i="1" noProof="0" smtClean="0">
                                                <a:solidFill>
                                                  <a:schemeClr val="tx1">
                                                    <a:lumMod val="75000"/>
                                                    <a:lumOff val="2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pt-BR" sz="1800" b="0" i="1" noProof="0" smtClean="0">
                                                <a:solidFill>
                                                  <a:schemeClr val="tx1">
                                                    <a:lumMod val="75000"/>
                                                    <a:lumOff val="2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𝛽</m:t>
                                            </m:r>
                                          </m:e>
                                          <m:sup>
                                            <m:r>
                                              <a:rPr lang="pt-BR" sz="1800" b="0" i="1" noProof="0" smtClean="0">
                                                <a:solidFill>
                                                  <a:schemeClr val="tx1">
                                                    <a:lumMod val="75000"/>
                                                    <a:lumOff val="2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𝑡</m:t>
                                            </m:r>
                                          </m:sup>
                                        </m:sSup>
                                      </m:e>
                                    </m:nary>
                                  </m:fName>
                                  <m:e>
                                    <m:f>
                                      <m:fPr>
                                        <m:ctrlPr>
                                          <a:rPr lang="pt-BR" sz="1800" i="1" noProof="0" smtClean="0"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sSubSup>
                                          <m:sSubSupPr>
                                            <m:ctrlPr>
                                              <a:rPr lang="pt-BR" sz="1800" i="1" noProof="0" smtClean="0">
                                                <a:solidFill>
                                                  <a:schemeClr val="tx1">
                                                    <a:lumMod val="75000"/>
                                                    <a:lumOff val="2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pt-BR" sz="1800" i="1" noProof="0" smtClean="0">
                                                <a:solidFill>
                                                  <a:schemeClr val="tx1">
                                                    <a:lumMod val="75000"/>
                                                    <a:lumOff val="2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𝑐</m:t>
                                            </m:r>
                                          </m:e>
                                          <m:sub>
                                            <m:r>
                                              <a:rPr lang="pt-BR" sz="1800" i="1" noProof="0" smtClean="0">
                                                <a:solidFill>
                                                  <a:schemeClr val="tx1">
                                                    <a:lumMod val="75000"/>
                                                    <a:lumOff val="2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𝑡</m:t>
                                            </m:r>
                                          </m:sub>
                                          <m:sup>
                                            <m:r>
                                              <a:rPr lang="pt-BR" sz="1800" i="1" noProof="0" smtClean="0">
                                                <a:solidFill>
                                                  <a:schemeClr val="tx1">
                                                    <a:lumMod val="75000"/>
                                                    <a:lumOff val="2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1−</m:t>
                                            </m:r>
                                            <m:r>
                                              <a:rPr lang="pt-BR" sz="1800" i="1" noProof="0" smtClean="0">
                                                <a:solidFill>
                                                  <a:schemeClr val="tx1">
                                                    <a:lumMod val="75000"/>
                                                    <a:lumOff val="2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𝜎</m:t>
                                            </m:r>
                                          </m:sup>
                                        </m:sSubSup>
                                      </m:num>
                                      <m:den>
                                        <m:r>
                                          <a:rPr lang="pt-BR" sz="1800" i="1" noProof="0" smtClean="0"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1−</m:t>
                                        </m:r>
                                        <m:r>
                                          <a:rPr lang="pt-BR" sz="1800" i="1" noProof="0" smtClean="0"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den>
                                    </m:f>
                                  </m:e>
                                </m:func>
                              </m:oMath>
                            </m:oMathPara>
                          </a14:m>
                          <a:endParaRPr lang="pt-BR" sz="1800" i="1" noProof="0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Gotham Book" panose="02000604030000020004" pitchFamily="2" charset="0"/>
                          </a:endParaRPr>
                        </a:p>
                        <a:p>
                          <a:pPr marL="114300" indent="0" algn="just">
                            <a:spcBef>
                              <a:spcPts val="0"/>
                            </a:spcBef>
                            <a:spcAft>
                              <a:spcPts val="1200"/>
                            </a:spcAft>
                            <a:buClr>
                              <a:schemeClr val="accent1">
                                <a:lumMod val="75000"/>
                              </a:schemeClr>
                            </a:buCl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t-BR" sz="1800" b="0" i="1" noProof="0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pt-BR" sz="1800" b="0" i="1" noProof="0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pt-BR" sz="1800" b="0" i="1" noProof="0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pt-BR" sz="1800" b="0" i="1" noProof="0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.  </m:t>
                                </m:r>
                                <m:sSub>
                                  <m:sSubPr>
                                    <m:ctrlPr>
                                      <a:rPr lang="pt-BR" sz="1800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800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pt-BR" sz="1800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pt-BR" sz="1800" b="0" i="1" noProof="0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pt-BR" sz="1800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800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pt-BR" sz="1800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pt-BR" sz="1800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  <m:r>
                                  <a:rPr lang="pt-BR" sz="1800" b="0" i="1" noProof="0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pt-BR" sz="1800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800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pt-BR" sz="1800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pt-BR" sz="1800" b="0" i="1" noProof="0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d>
                                  <m:dPr>
                                    <m:ctrlPr>
                                      <a:rPr lang="pt-BR" sz="1800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sz="1800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1+</m:t>
                                    </m:r>
                                    <m:sSub>
                                      <m:sSubPr>
                                        <m:ctrlPr>
                                          <a:rPr lang="pt-BR" sz="1800" b="0" i="1" noProof="0" smtClean="0"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sz="1800" b="0" i="1" noProof="0" smtClean="0"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e>
                                      <m:sub>
                                        <m:r>
                                          <a:rPr lang="pt-BR" sz="1800" b="0" i="1" noProof="0" smtClean="0"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</m:e>
                                </m:d>
                                <m:sSub>
                                  <m:sSubPr>
                                    <m:ctrlPr>
                                      <a:rPr lang="pt-BR" sz="1800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800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pt-BR" sz="1800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noProof="0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BR" b="0" i="0" noProof="0" dirty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Gotham Light" pitchFamily="2" charset="0"/>
                            </a:rPr>
                            <a:t>(1)</a:t>
                          </a:r>
                          <a:endParaRPr lang="pt-BR" noProof="0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893949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a 1">
                <a:extLst>
                  <a:ext uri="{FF2B5EF4-FFF2-40B4-BE49-F238E27FC236}">
                    <a16:creationId xmlns:a16="http://schemas.microsoft.com/office/drawing/2014/main" id="{868C7E68-C7D9-02B2-95D2-CEFB4A776D7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13549402"/>
                  </p:ext>
                </p:extLst>
              </p:nvPr>
            </p:nvGraphicFramePr>
            <p:xfrm>
              <a:off x="2026270" y="1336544"/>
              <a:ext cx="8127999" cy="141878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26208">
                      <a:extLst>
                        <a:ext uri="{9D8B030D-6E8A-4147-A177-3AD203B41FA5}">
                          <a16:colId xmlns:a16="http://schemas.microsoft.com/office/drawing/2014/main" val="3336428242"/>
                        </a:ext>
                      </a:extLst>
                    </a:gridCol>
                    <a:gridCol w="5580530">
                      <a:extLst>
                        <a:ext uri="{9D8B030D-6E8A-4147-A177-3AD203B41FA5}">
                          <a16:colId xmlns:a16="http://schemas.microsoft.com/office/drawing/2014/main" val="322572106"/>
                        </a:ext>
                      </a:extLst>
                    </a:gridCol>
                    <a:gridCol w="1521261">
                      <a:extLst>
                        <a:ext uri="{9D8B030D-6E8A-4147-A177-3AD203B41FA5}">
                          <a16:colId xmlns:a16="http://schemas.microsoft.com/office/drawing/2014/main" val="3933485931"/>
                        </a:ext>
                      </a:extLst>
                    </a:gridCol>
                  </a:tblGrid>
                  <a:tr h="1418781">
                    <a:tc>
                      <a:txBody>
                        <a:bodyPr/>
                        <a:lstStyle/>
                        <a:p>
                          <a:endParaRPr lang="pt-BR" noProof="0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18450" t="-429" r="-27729" b="-21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BR" b="0" i="0" noProof="0" dirty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Gotham Light" pitchFamily="2" charset="0"/>
                            </a:rPr>
                            <a:t>(1)</a:t>
                          </a:r>
                          <a:endParaRPr lang="pt-BR" noProof="0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893949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a 2">
                <a:extLst>
                  <a:ext uri="{FF2B5EF4-FFF2-40B4-BE49-F238E27FC236}">
                    <a16:creationId xmlns:a16="http://schemas.microsoft.com/office/drawing/2014/main" id="{7C5C22CA-5145-1017-3231-6BA2010F05A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10148081"/>
                  </p:ext>
                </p:extLst>
              </p:nvPr>
            </p:nvGraphicFramePr>
            <p:xfrm>
              <a:off x="2026271" y="3222015"/>
              <a:ext cx="8127999" cy="99206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46279">
                      <a:extLst>
                        <a:ext uri="{9D8B030D-6E8A-4147-A177-3AD203B41FA5}">
                          <a16:colId xmlns:a16="http://schemas.microsoft.com/office/drawing/2014/main" val="3336428242"/>
                        </a:ext>
                      </a:extLst>
                    </a:gridCol>
                    <a:gridCol w="7315200">
                      <a:extLst>
                        <a:ext uri="{9D8B030D-6E8A-4147-A177-3AD203B41FA5}">
                          <a16:colId xmlns:a16="http://schemas.microsoft.com/office/drawing/2014/main" val="322572106"/>
                        </a:ext>
                      </a:extLst>
                    </a:gridCol>
                    <a:gridCol w="566520">
                      <a:extLst>
                        <a:ext uri="{9D8B030D-6E8A-4147-A177-3AD203B41FA5}">
                          <a16:colId xmlns:a16="http://schemas.microsoft.com/office/drawing/2014/main" val="393348593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pt-BR" noProof="0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114300" indent="0" algn="just">
                            <a:spcBef>
                              <a:spcPts val="0"/>
                            </a:spcBef>
                            <a:spcAft>
                              <a:spcPts val="1200"/>
                            </a:spcAft>
                            <a:buClr>
                              <a:schemeClr val="accent1">
                                <a:lumMod val="75000"/>
                              </a:schemeClr>
                            </a:buCl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t-BR" i="1" noProof="0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ℒ</m:t>
                                </m:r>
                                <m:d>
                                  <m:dPr>
                                    <m:ctrlPr>
                                      <a:rPr lang="pt-BR" b="1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pt-BR" b="0" i="1" noProof="0" smtClean="0"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b="0" i="1" noProof="0" smtClean="0"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e>
                                      <m:sub>
                                        <m:r>
                                          <a:rPr lang="pt-BR" b="0" i="1" noProof="0" smtClean="0"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  <m:r>
                                      <a:rPr lang="pt-BR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pt-BR" b="0" i="1" noProof="0" smtClean="0"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b="0" i="1" noProof="0" smtClean="0"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pt-BR" b="0" i="1" noProof="0" smtClean="0"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  <m:r>
                                          <a:rPr lang="pt-BR" b="0" i="1" noProof="0" smtClean="0"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+1</m:t>
                                        </m:r>
                                      </m:sub>
                                    </m:sSub>
                                    <m:r>
                                      <a:rPr lang="pt-BR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, </m:t>
                                    </m:r>
                                    <m:sSub>
                                      <m:sSubPr>
                                        <m:ctrlPr>
                                          <a:rPr lang="pt-BR" b="0" i="1" noProof="0" smtClean="0"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b="0" i="1" noProof="0" smtClean="0"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𝜆</m:t>
                                        </m:r>
                                      </m:e>
                                      <m:sub>
                                        <m:r>
                                          <a:rPr lang="pt-BR" b="0" i="1" noProof="0" smtClean="0"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pt-BR" b="0" i="1" noProof="0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pt-BR" sz="1800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800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𝔼</m:t>
                                    </m:r>
                                  </m:e>
                                  <m:sub>
                                    <m:r>
                                      <a:rPr lang="pt-BR" sz="1800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nary>
                                  <m:naryPr>
                                    <m:chr m:val="∑"/>
                                    <m:ctrlPr>
                                      <a:rPr lang="pt-BR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pt-BR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pt-BR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=0</m:t>
                                    </m:r>
                                  </m:sub>
                                  <m:sup>
                                    <m:r>
                                      <a:rPr lang="pt-BR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∞</m:t>
                                    </m:r>
                                  </m:sup>
                                  <m:e>
                                    <m:sSup>
                                      <m:sSupPr>
                                        <m:ctrlPr>
                                          <a:rPr lang="pt-BR" b="0" i="1" noProof="0" smtClean="0"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pt-BR" b="0" i="1" noProof="0" smtClean="0"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  <m:sup>
                                        <m:r>
                                          <a:rPr lang="pt-BR" b="0" i="1" noProof="0" smtClean="0"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p>
                                    </m:sSup>
                                    <m:d>
                                      <m:dPr>
                                        <m:begChr m:val="{"/>
                                        <m:endChr m:val="}"/>
                                        <m:ctrlPr>
                                          <a:rPr lang="pt-BR" b="0" i="1" noProof="0" smtClean="0"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ctrlPr>
                                              <a:rPr lang="pt-BR" sz="1800" b="0" i="1" noProof="0" smtClean="0">
                                                <a:solidFill>
                                                  <a:schemeClr val="tx1">
                                                    <a:lumMod val="75000"/>
                                                    <a:lumOff val="2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sSubSup>
                                              <m:sSubSupPr>
                                                <m:ctrlPr>
                                                  <a:rPr lang="pt-BR" sz="1800" b="0" i="1" noProof="0" smtClean="0">
                                                    <a:solidFill>
                                                      <a:schemeClr val="tx1">
                                                        <a:lumMod val="75000"/>
                                                        <a:lumOff val="25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SupPr>
                                              <m:e>
                                                <m:r>
                                                  <a:rPr lang="pt-BR" sz="1800" b="0" i="1" noProof="0" smtClean="0">
                                                    <a:solidFill>
                                                      <a:schemeClr val="tx1">
                                                        <a:lumMod val="75000"/>
                                                        <a:lumOff val="25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𝑐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pt-BR" sz="1800" b="0" i="1" noProof="0" smtClean="0">
                                                    <a:solidFill>
                                                      <a:schemeClr val="tx1">
                                                        <a:lumMod val="75000"/>
                                                        <a:lumOff val="25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𝑡</m:t>
                                                </m:r>
                                              </m:sub>
                                              <m:sup>
                                                <m:r>
                                                  <a:rPr lang="pt-BR" sz="1800" b="0" i="1" noProof="0" smtClean="0">
                                                    <a:solidFill>
                                                      <a:schemeClr val="tx1">
                                                        <a:lumMod val="75000"/>
                                                        <a:lumOff val="25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1−</m:t>
                                                </m:r>
                                                <m:r>
                                                  <a:rPr lang="pt-BR" sz="1800" b="0" i="1" noProof="0" smtClean="0">
                                                    <a:solidFill>
                                                      <a:schemeClr val="tx1">
                                                        <a:lumMod val="75000"/>
                                                        <a:lumOff val="25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𝜎</m:t>
                                                </m:r>
                                              </m:sup>
                                            </m:sSubSup>
                                          </m:num>
                                          <m:den>
                                            <m:r>
                                              <a:rPr lang="pt-BR" sz="1800" b="0" i="1" noProof="0" smtClean="0">
                                                <a:solidFill>
                                                  <a:schemeClr val="tx1">
                                                    <a:lumMod val="75000"/>
                                                    <a:lumOff val="2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1−</m:t>
                                            </m:r>
                                            <m:r>
                                              <a:rPr lang="pt-BR" sz="1800" b="0" i="1" noProof="0" smtClean="0">
                                                <a:solidFill>
                                                  <a:schemeClr val="tx1">
                                                    <a:lumMod val="75000"/>
                                                    <a:lumOff val="2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𝜎</m:t>
                                            </m:r>
                                          </m:den>
                                        </m:f>
                                        <m:r>
                                          <a:rPr lang="pt-BR" sz="1800" b="0" i="1" noProof="0" smtClean="0"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 −</m:t>
                                        </m:r>
                                        <m:sSub>
                                          <m:sSubPr>
                                            <m:ctrlPr>
                                              <a:rPr lang="pt-BR" sz="1800" b="0" i="1" noProof="0" smtClean="0">
                                                <a:solidFill>
                                                  <a:schemeClr val="tx1">
                                                    <a:lumMod val="75000"/>
                                                    <a:lumOff val="2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pt-BR" sz="1800" b="0" i="1" noProof="0" smtClean="0">
                                                <a:solidFill>
                                                  <a:schemeClr val="tx1">
                                                    <a:lumMod val="75000"/>
                                                    <a:lumOff val="2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𝜆</m:t>
                                            </m:r>
                                          </m:e>
                                          <m:sub>
                                            <m:r>
                                              <a:rPr lang="pt-BR" sz="1800" b="0" i="1" noProof="0" smtClean="0">
                                                <a:solidFill>
                                                  <a:schemeClr val="tx1">
                                                    <a:lumMod val="75000"/>
                                                    <a:lumOff val="2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𝑡</m:t>
                                            </m:r>
                                          </m:sub>
                                        </m:sSub>
                                        <m:d>
                                          <m:dPr>
                                            <m:begChr m:val="["/>
                                            <m:endChr m:val="]"/>
                                            <m:ctrlPr>
                                              <a:rPr lang="pt-BR" sz="1800" b="0" i="1" noProof="0" smtClean="0">
                                                <a:solidFill>
                                                  <a:schemeClr val="tx1">
                                                    <a:lumMod val="75000"/>
                                                    <a:lumOff val="2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pt-BR" sz="1800" b="0" i="1" noProof="0" smtClean="0">
                                                    <a:solidFill>
                                                      <a:schemeClr val="tx1">
                                                        <a:lumMod val="75000"/>
                                                        <a:lumOff val="25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pt-BR" sz="1800" b="0" i="1" noProof="0" smtClean="0">
                                                    <a:solidFill>
                                                      <a:schemeClr val="tx1">
                                                        <a:lumMod val="75000"/>
                                                        <a:lumOff val="25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𝑐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pt-BR" sz="1800" b="0" i="1" noProof="0" smtClean="0">
                                                    <a:solidFill>
                                                      <a:schemeClr val="tx1">
                                                        <a:lumMod val="75000"/>
                                                        <a:lumOff val="25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𝑡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pt-BR" sz="1800" b="0" i="1" noProof="0" smtClean="0">
                                                <a:solidFill>
                                                  <a:schemeClr val="tx1">
                                                    <a:lumMod val="75000"/>
                                                    <a:lumOff val="2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+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pt-BR" sz="1800" b="0" i="1" noProof="0" smtClean="0">
                                                    <a:solidFill>
                                                      <a:schemeClr val="tx1">
                                                        <a:lumMod val="75000"/>
                                                        <a:lumOff val="25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pt-BR" sz="1800" b="0" i="1" noProof="0" smtClean="0">
                                                    <a:solidFill>
                                                      <a:schemeClr val="tx1">
                                                        <a:lumMod val="75000"/>
                                                        <a:lumOff val="25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𝑎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pt-BR" sz="1800" b="0" i="1" noProof="0" smtClean="0">
                                                    <a:solidFill>
                                                      <a:schemeClr val="tx1">
                                                        <a:lumMod val="75000"/>
                                                        <a:lumOff val="25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𝑡</m:t>
                                                </m:r>
                                                <m:r>
                                                  <a:rPr lang="pt-BR" sz="1800" b="0" i="1" noProof="0" smtClean="0">
                                                    <a:solidFill>
                                                      <a:schemeClr val="tx1">
                                                        <a:lumMod val="75000"/>
                                                        <a:lumOff val="25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+1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pt-BR" sz="1800" b="0" i="1" noProof="0" smtClean="0">
                                                <a:solidFill>
                                                  <a:schemeClr val="tx1">
                                                    <a:lumMod val="75000"/>
                                                    <a:lumOff val="2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pt-BR" sz="1800" b="0" i="1" noProof="0" smtClean="0">
                                                    <a:solidFill>
                                                      <a:schemeClr val="tx1">
                                                        <a:lumMod val="75000"/>
                                                        <a:lumOff val="25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pt-BR" sz="1800" b="0" i="1" noProof="0" smtClean="0">
                                                    <a:solidFill>
                                                      <a:schemeClr val="tx1">
                                                        <a:lumMod val="75000"/>
                                                        <a:lumOff val="25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𝑤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pt-BR" sz="1800" b="0" i="1" noProof="0" smtClean="0">
                                                    <a:solidFill>
                                                      <a:schemeClr val="tx1">
                                                        <a:lumMod val="75000"/>
                                                        <a:lumOff val="25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𝑡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pt-BR" sz="1800" b="0" i="1" noProof="0" smtClean="0">
                                                <a:solidFill>
                                                  <a:schemeClr val="tx1">
                                                    <a:lumMod val="75000"/>
                                                    <a:lumOff val="2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d>
                                              <m:dPr>
                                                <m:ctrlPr>
                                                  <a:rPr lang="pt-BR" sz="1800" b="0" i="1" noProof="0" smtClean="0">
                                                    <a:solidFill>
                                                      <a:schemeClr val="tx1">
                                                        <a:lumMod val="75000"/>
                                                        <a:lumOff val="25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pt-BR" sz="1800" b="0" i="1" noProof="0" smtClean="0">
                                                    <a:solidFill>
                                                      <a:schemeClr val="tx1">
                                                        <a:lumMod val="75000"/>
                                                        <a:lumOff val="25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1+</m:t>
                                                </m:r>
                                                <m:sSub>
                                                  <m:sSubPr>
                                                    <m:ctrlPr>
                                                      <a:rPr lang="pt-BR" sz="1800" b="0" i="1" noProof="0" smtClean="0">
                                                        <a:solidFill>
                                                          <a:schemeClr val="tx1">
                                                            <a:lumMod val="75000"/>
                                                            <a:lumOff val="25000"/>
                                                          </a:schemeClr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pt-BR" sz="1800" b="0" i="1" noProof="0" smtClean="0">
                                                        <a:solidFill>
                                                          <a:schemeClr val="tx1">
                                                            <a:lumMod val="75000"/>
                                                            <a:lumOff val="25000"/>
                                                          </a:schemeClr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  <m:t>𝑟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pt-BR" sz="1800" b="0" i="1" noProof="0" smtClean="0">
                                                        <a:solidFill>
                                                          <a:schemeClr val="tx1">
                                                            <a:lumMod val="75000"/>
                                                            <a:lumOff val="25000"/>
                                                          </a:schemeClr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  <m:t>𝑡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</m:d>
                                            <m:sSub>
                                              <m:sSubPr>
                                                <m:ctrlPr>
                                                  <a:rPr lang="pt-BR" sz="1800" b="0" i="1" noProof="0" smtClean="0">
                                                    <a:solidFill>
                                                      <a:schemeClr val="tx1">
                                                        <a:lumMod val="75000"/>
                                                        <a:lumOff val="25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pt-BR" sz="1800" b="0" i="1" noProof="0" smtClean="0">
                                                    <a:solidFill>
                                                      <a:schemeClr val="tx1">
                                                        <a:lumMod val="75000"/>
                                                        <a:lumOff val="25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𝑎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pt-BR" sz="1800" b="0" i="1" noProof="0" smtClean="0">
                                                    <a:solidFill>
                                                      <a:schemeClr val="tx1">
                                                        <a:lumMod val="75000"/>
                                                        <a:lumOff val="25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𝑡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</m:e>
                                    </m:d>
                                  </m:e>
                                </m:nary>
                                <m:r>
                                  <a:rPr lang="pt-BR" b="1" i="1" noProof="0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pt-BR" noProof="0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BR" b="0" i="0" noProof="0" dirty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Gotham Light" pitchFamily="2" charset="0"/>
                            </a:rPr>
                            <a:t>(2)</a:t>
                          </a:r>
                          <a:endParaRPr lang="pt-BR" noProof="0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893949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a 2">
                <a:extLst>
                  <a:ext uri="{FF2B5EF4-FFF2-40B4-BE49-F238E27FC236}">
                    <a16:creationId xmlns:a16="http://schemas.microsoft.com/office/drawing/2014/main" id="{7C5C22CA-5145-1017-3231-6BA2010F05A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10148081"/>
                  </p:ext>
                </p:extLst>
              </p:nvPr>
            </p:nvGraphicFramePr>
            <p:xfrm>
              <a:off x="2026271" y="3222015"/>
              <a:ext cx="8127999" cy="99206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46279">
                      <a:extLst>
                        <a:ext uri="{9D8B030D-6E8A-4147-A177-3AD203B41FA5}">
                          <a16:colId xmlns:a16="http://schemas.microsoft.com/office/drawing/2014/main" val="3336428242"/>
                        </a:ext>
                      </a:extLst>
                    </a:gridCol>
                    <a:gridCol w="7315200">
                      <a:extLst>
                        <a:ext uri="{9D8B030D-6E8A-4147-A177-3AD203B41FA5}">
                          <a16:colId xmlns:a16="http://schemas.microsoft.com/office/drawing/2014/main" val="322572106"/>
                        </a:ext>
                      </a:extLst>
                    </a:gridCol>
                    <a:gridCol w="566520">
                      <a:extLst>
                        <a:ext uri="{9D8B030D-6E8A-4147-A177-3AD203B41FA5}">
                          <a16:colId xmlns:a16="http://schemas.microsoft.com/office/drawing/2014/main" val="3933485931"/>
                        </a:ext>
                      </a:extLst>
                    </a:gridCol>
                  </a:tblGrid>
                  <a:tr h="992061">
                    <a:tc>
                      <a:txBody>
                        <a:bodyPr/>
                        <a:lstStyle/>
                        <a:p>
                          <a:endParaRPr lang="pt-BR" noProof="0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5"/>
                          <a:stretch>
                            <a:fillRect l="-3414" t="-610" r="-8077" b="-24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BR" b="0" i="0" noProof="0" dirty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Gotham Light" pitchFamily="2" charset="0"/>
                            </a:rPr>
                            <a:t>(2)</a:t>
                          </a:r>
                          <a:endParaRPr lang="pt-BR" noProof="0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893949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a 3">
                <a:extLst>
                  <a:ext uri="{FF2B5EF4-FFF2-40B4-BE49-F238E27FC236}">
                    <a16:creationId xmlns:a16="http://schemas.microsoft.com/office/drawing/2014/main" id="{3C9F4AA8-B20B-FF76-EEA3-252E39DDEA8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77969539"/>
                  </p:ext>
                </p:extLst>
              </p:nvPr>
            </p:nvGraphicFramePr>
            <p:xfrm>
              <a:off x="2039722" y="4759737"/>
              <a:ext cx="8127999" cy="9448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46279">
                      <a:extLst>
                        <a:ext uri="{9D8B030D-6E8A-4147-A177-3AD203B41FA5}">
                          <a16:colId xmlns:a16="http://schemas.microsoft.com/office/drawing/2014/main" val="3336428242"/>
                        </a:ext>
                      </a:extLst>
                    </a:gridCol>
                    <a:gridCol w="7315200">
                      <a:extLst>
                        <a:ext uri="{9D8B030D-6E8A-4147-A177-3AD203B41FA5}">
                          <a16:colId xmlns:a16="http://schemas.microsoft.com/office/drawing/2014/main" val="322572106"/>
                        </a:ext>
                      </a:extLst>
                    </a:gridCol>
                    <a:gridCol w="566520">
                      <a:extLst>
                        <a:ext uri="{9D8B030D-6E8A-4147-A177-3AD203B41FA5}">
                          <a16:colId xmlns:a16="http://schemas.microsoft.com/office/drawing/2014/main" val="393348593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pt-BR" noProof="0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114300" indent="0" algn="just">
                            <a:spcBef>
                              <a:spcPts val="0"/>
                            </a:spcBef>
                            <a:spcAft>
                              <a:spcPts val="1200"/>
                            </a:spcAft>
                            <a:buClr>
                              <a:schemeClr val="accent1">
                                <a:lumMod val="75000"/>
                              </a:schemeClr>
                            </a:buCl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pt-BR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pt-BR" b="0" i="1" noProof="0" smtClean="0"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b="0" i="1" noProof="0" smtClean="0"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e>
                                      <m:sub>
                                        <m:r>
                                          <a:rPr lang="pt-BR" b="0" i="1" noProof="0" smtClean="0"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pt-BR" b="0" i="1" noProof="0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: </m:t>
                                </m:r>
                                <m:sSup>
                                  <m:sSupPr>
                                    <m:ctrlPr>
                                      <a:rPr lang="pt-BR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pt-BR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p>
                                    <m:r>
                                      <a:rPr lang="pt-BR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sup>
                                </m:sSup>
                                <m:sSubSup>
                                  <m:sSubSupPr>
                                    <m:ctrlPr>
                                      <a:rPr lang="pt-BR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pt-BR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pt-BR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  <m:sup>
                                    <m:r>
                                      <a:rPr lang="pt-BR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pt-BR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𝜎</m:t>
                                    </m:r>
                                  </m:sup>
                                </m:sSubSup>
                                <m:r>
                                  <a:rPr lang="pt-BR" b="0" i="1" noProof="0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pt-BR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pt-BR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sSup>
                                  <m:sSupPr>
                                    <m:ctrlPr>
                                      <a:rPr lang="pt-BR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pt-BR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p>
                                    <m:r>
                                      <a:rPr lang="pt-BR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sup>
                                </m:sSup>
                                <m:r>
                                  <a:rPr lang="pt-BR" b="0" i="1" noProof="0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=0</m:t>
                                </m:r>
                              </m:oMath>
                            </m:oMathPara>
                          </a14:m>
                          <a:endParaRPr lang="pt-BR" b="0" noProof="0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ea typeface="Cambria Math" panose="02040503050406030204" pitchFamily="18" charset="0"/>
                          </a:endParaRPr>
                        </a:p>
                        <a:p>
                          <a:pPr marL="114300" indent="0" algn="just">
                            <a:spcBef>
                              <a:spcPts val="0"/>
                            </a:spcBef>
                            <a:spcAft>
                              <a:spcPts val="1200"/>
                            </a:spcAft>
                            <a:buClr>
                              <a:schemeClr val="accent1">
                                <a:lumMod val="75000"/>
                              </a:schemeClr>
                            </a:buCl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pt-BR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pt-BR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pt-BR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  <m:sup>
                                    <m:r>
                                      <a:rPr lang="pt-BR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pt-BR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𝜎</m:t>
                                    </m:r>
                                  </m:sup>
                                </m:sSubSup>
                                <m:r>
                                  <a:rPr lang="pt-BR" b="0" i="1" noProof="0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pt-BR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pt-BR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b="0" noProof="0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BR" b="0" i="0" noProof="0" dirty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Gotham Light" pitchFamily="2" charset="0"/>
                            </a:rPr>
                            <a:t>(3)</a:t>
                          </a:r>
                          <a:endParaRPr lang="pt-BR" noProof="0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893949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a 3">
                <a:extLst>
                  <a:ext uri="{FF2B5EF4-FFF2-40B4-BE49-F238E27FC236}">
                    <a16:creationId xmlns:a16="http://schemas.microsoft.com/office/drawing/2014/main" id="{3C9F4AA8-B20B-FF76-EEA3-252E39DDEA8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77969539"/>
                  </p:ext>
                </p:extLst>
              </p:nvPr>
            </p:nvGraphicFramePr>
            <p:xfrm>
              <a:off x="2039722" y="4759737"/>
              <a:ext cx="8127999" cy="9448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46279">
                      <a:extLst>
                        <a:ext uri="{9D8B030D-6E8A-4147-A177-3AD203B41FA5}">
                          <a16:colId xmlns:a16="http://schemas.microsoft.com/office/drawing/2014/main" val="3336428242"/>
                        </a:ext>
                      </a:extLst>
                    </a:gridCol>
                    <a:gridCol w="7315200">
                      <a:extLst>
                        <a:ext uri="{9D8B030D-6E8A-4147-A177-3AD203B41FA5}">
                          <a16:colId xmlns:a16="http://schemas.microsoft.com/office/drawing/2014/main" val="322572106"/>
                        </a:ext>
                      </a:extLst>
                    </a:gridCol>
                    <a:gridCol w="566520">
                      <a:extLst>
                        <a:ext uri="{9D8B030D-6E8A-4147-A177-3AD203B41FA5}">
                          <a16:colId xmlns:a16="http://schemas.microsoft.com/office/drawing/2014/main" val="3933485931"/>
                        </a:ext>
                      </a:extLst>
                    </a:gridCol>
                  </a:tblGrid>
                  <a:tr h="944880">
                    <a:tc>
                      <a:txBody>
                        <a:bodyPr/>
                        <a:lstStyle/>
                        <a:p>
                          <a:endParaRPr lang="pt-BR" noProof="0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6"/>
                          <a:stretch>
                            <a:fillRect l="-3414" t="-641" r="-8160" b="-25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BR" b="0" i="0" noProof="0" dirty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Gotham Light" pitchFamily="2" charset="0"/>
                            </a:rPr>
                            <a:t>(3)</a:t>
                          </a:r>
                          <a:endParaRPr lang="pt-BR" noProof="0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893949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8057156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89">
            <a:extLst>
              <a:ext uri="{FF2B5EF4-FFF2-40B4-BE49-F238E27FC236}">
                <a16:creationId xmlns:a16="http://schemas.microsoft.com/office/drawing/2014/main" id="{5FED718F-9803-800A-F258-487CD4CACD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8336" y="6350242"/>
            <a:ext cx="780356" cy="365792"/>
          </a:xfrm>
          <a:prstGeom prst="rect">
            <a:avLst/>
          </a:prstGeom>
        </p:spPr>
      </p:pic>
      <p:sp>
        <p:nvSpPr>
          <p:cNvPr id="7" name="Rectángulo 5">
            <a:extLst>
              <a:ext uri="{FF2B5EF4-FFF2-40B4-BE49-F238E27FC236}">
                <a16:creationId xmlns:a16="http://schemas.microsoft.com/office/drawing/2014/main" id="{E0388FD9-EC60-F5FE-0362-6544841E372E}"/>
              </a:ext>
            </a:extLst>
          </p:cNvPr>
          <p:cNvSpPr/>
          <p:nvPr/>
        </p:nvSpPr>
        <p:spPr>
          <a:xfrm>
            <a:off x="346933" y="144104"/>
            <a:ext cx="55001" cy="42401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2" name="Grupo 83">
            <a:extLst>
              <a:ext uri="{FF2B5EF4-FFF2-40B4-BE49-F238E27FC236}">
                <a16:creationId xmlns:a16="http://schemas.microsoft.com/office/drawing/2014/main" id="{A4E3474D-8474-798A-0E6D-916DAC09142C}"/>
              </a:ext>
            </a:extLst>
          </p:cNvPr>
          <p:cNvGrpSpPr/>
          <p:nvPr/>
        </p:nvGrpSpPr>
        <p:grpSpPr>
          <a:xfrm>
            <a:off x="0" y="6457233"/>
            <a:ext cx="401934" cy="326337"/>
            <a:chOff x="0" y="6457233"/>
            <a:chExt cx="401934" cy="326337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13" name="Rectángulo redondeado 1">
              <a:extLst>
                <a:ext uri="{FF2B5EF4-FFF2-40B4-BE49-F238E27FC236}">
                  <a16:creationId xmlns:a16="http://schemas.microsoft.com/office/drawing/2014/main" id="{2E36149E-4F40-CC2F-C619-7D35A4F6D6C9}"/>
                </a:ext>
              </a:extLst>
            </p:cNvPr>
            <p:cNvSpPr/>
            <p:nvPr/>
          </p:nvSpPr>
          <p:spPr>
            <a:xfrm>
              <a:off x="0" y="6457233"/>
              <a:ext cx="401934" cy="326337"/>
            </a:xfrm>
            <a:prstGeom prst="flowChartDelay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CuadroTexto 85">
              <a:extLst>
                <a:ext uri="{FF2B5EF4-FFF2-40B4-BE49-F238E27FC236}">
                  <a16:creationId xmlns:a16="http://schemas.microsoft.com/office/drawing/2014/main" id="{1F92F7A6-0826-1FE4-6F5F-0A5263392AAF}"/>
                </a:ext>
              </a:extLst>
            </p:cNvPr>
            <p:cNvSpPr txBox="1"/>
            <p:nvPr/>
          </p:nvSpPr>
          <p:spPr>
            <a:xfrm>
              <a:off x="15073" y="6489596"/>
              <a:ext cx="263223" cy="2616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ok" panose="02000604040000020004" pitchFamily="50" charset="0"/>
                  <a:ea typeface="+mn-ea"/>
                  <a:cs typeface="+mn-cs"/>
                </a:rPr>
                <a:t>6</a:t>
              </a:r>
            </a:p>
          </p:txBody>
        </p:sp>
      </p:grpSp>
      <p:sp>
        <p:nvSpPr>
          <p:cNvPr id="17" name="Slide Number Placeholder 13">
            <a:extLst>
              <a:ext uri="{FF2B5EF4-FFF2-40B4-BE49-F238E27FC236}">
                <a16:creationId xmlns:a16="http://schemas.microsoft.com/office/drawing/2014/main" id="{78E6E173-70F3-B323-4B2B-D770A930D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507601"/>
            <a:ext cx="321383" cy="225600"/>
          </a:xfrm>
          <a:solidFill>
            <a:srgbClr val="B4C7E7"/>
          </a:solidFill>
        </p:spPr>
        <p:txBody>
          <a:bodyPr/>
          <a:lstStyle/>
          <a:p>
            <a:pPr algn="ctr"/>
            <a:fld id="{EE745C5F-8F31-4318-ABF5-660B737895AE}" type="slidenum">
              <a:rPr lang="pt-BR" sz="1000" noProof="0" smtClean="0">
                <a:solidFill>
                  <a:schemeClr val="bg1"/>
                </a:solidFill>
                <a:latin typeface="Gotham Book" panose="02000604040000020004" pitchFamily="50" charset="0"/>
              </a:rPr>
              <a:pPr algn="ctr"/>
              <a:t>8</a:t>
            </a:fld>
            <a:endParaRPr lang="pt-BR" sz="1000" noProof="0" dirty="0">
              <a:solidFill>
                <a:schemeClr val="bg1"/>
              </a:solidFill>
              <a:latin typeface="Gotham Book" panose="02000604040000020004" pitchFamily="50" charset="0"/>
            </a:endParaRPr>
          </a:p>
        </p:txBody>
      </p:sp>
      <p:sp>
        <p:nvSpPr>
          <p:cNvPr id="22" name="Título 1">
            <a:extLst>
              <a:ext uri="{FF2B5EF4-FFF2-40B4-BE49-F238E27FC236}">
                <a16:creationId xmlns:a16="http://schemas.microsoft.com/office/drawing/2014/main" id="{53331EDC-2B0E-6359-47A7-183566E32F07}"/>
              </a:ext>
            </a:extLst>
          </p:cNvPr>
          <p:cNvSpPr txBox="1">
            <a:spLocks/>
          </p:cNvSpPr>
          <p:nvPr/>
        </p:nvSpPr>
        <p:spPr bwMode="auto">
          <a:xfrm>
            <a:off x="1494986" y="608860"/>
            <a:ext cx="9190565" cy="859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21920" tIns="60960" rIns="121920" bIns="60960" numCol="1" anchor="ctr" anchorCtr="0" compatLnSpc="1">
            <a:prstTxWarp prst="textNoShape">
              <a:avLst/>
            </a:prstTxWarp>
          </a:bodyPr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defTabSz="914377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2200" b="1" noProof="0" dirty="0">
                <a:solidFill>
                  <a:schemeClr val="accent1">
                    <a:lumMod val="75000"/>
                  </a:schemeClr>
                </a:solidFill>
                <a:latin typeface="Gotham Black" panose="02000604040000020004" pitchFamily="50" charset="0"/>
              </a:rPr>
              <a:t>Problema das famílias</a:t>
            </a:r>
            <a:endParaRPr lang="pt-BR" sz="3000" b="1" noProof="0" dirty="0">
              <a:solidFill>
                <a:schemeClr val="accent1">
                  <a:lumMod val="75000"/>
                </a:schemeClr>
              </a:solidFill>
              <a:latin typeface="Gotham Black" panose="02000604040000020004" pitchFamily="50" charset="0"/>
            </a:endParaRPr>
          </a:p>
        </p:txBody>
      </p:sp>
      <p:sp>
        <p:nvSpPr>
          <p:cNvPr id="27" name="Marcador de contenido 2">
            <a:extLst>
              <a:ext uri="{FF2B5EF4-FFF2-40B4-BE49-F238E27FC236}">
                <a16:creationId xmlns:a16="http://schemas.microsoft.com/office/drawing/2014/main" id="{6DD32B08-5E7D-A192-C1F5-EB40CC3827C6}"/>
              </a:ext>
            </a:extLst>
          </p:cNvPr>
          <p:cNvSpPr txBox="1">
            <a:spLocks/>
          </p:cNvSpPr>
          <p:nvPr/>
        </p:nvSpPr>
        <p:spPr>
          <a:xfrm>
            <a:off x="1033320" y="1543286"/>
            <a:ext cx="10275016" cy="5108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</a:pPr>
            <a:r>
              <a:rPr lang="pt-BR" sz="16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Gotham Book" panose="02000604030000020004" pitchFamily="2" charset="0"/>
              </a:rPr>
              <a:t>A condição de primeira ordem relativa aos ativos:</a:t>
            </a:r>
          </a:p>
          <a:p>
            <a:pPr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pPr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pPr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pPr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</a:pPr>
            <a:r>
              <a:rPr lang="pt-BR" sz="16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Gotham Book" panose="02000604030000020004" pitchFamily="2" charset="0"/>
              </a:rPr>
              <a:t> Combinando as equações (3) e (4) obtém-se a equação de Euler:</a:t>
            </a:r>
          </a:p>
          <a:p>
            <a:pPr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pPr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pPr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pPr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</a:pPr>
            <a:r>
              <a:rPr lang="pt-BR" sz="16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Gotham Book" panose="02000604030000020004" pitchFamily="2" charset="0"/>
              </a:rPr>
              <a:t>A </a:t>
            </a:r>
            <a:r>
              <a:rPr lang="pt-BR" sz="1600" b="1" noProof="0" dirty="0">
                <a:solidFill>
                  <a:schemeClr val="accent1">
                    <a:lumMod val="75000"/>
                  </a:schemeClr>
                </a:solidFill>
                <a:latin typeface="Gotham Book" panose="02000604030000020004" pitchFamily="2" charset="0"/>
              </a:rPr>
              <a:t>equação de Euler </a:t>
            </a:r>
            <a:r>
              <a:rPr lang="pt-BR" sz="16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Gotham Book" panose="02000604030000020004" pitchFamily="2" charset="0"/>
              </a:rPr>
              <a:t>mostra os termos de troca entre consumir hoje e amanhã. Diz-nos que consumir amanhã tem um benefício ajustado pelo fator de desconto e pela taxa de juro. </a:t>
            </a:r>
          </a:p>
          <a:p>
            <a:pPr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</a:pPr>
            <a:r>
              <a:rPr lang="pt-BR" sz="16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Gotham Book" panose="02000604030000020004" pitchFamily="2" charset="0"/>
              </a:rPr>
              <a:t> A condição de </a:t>
            </a:r>
            <a:r>
              <a:rPr lang="pt-BR" sz="1600" noProof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Gotham Book" panose="02000604030000020004" pitchFamily="2" charset="0"/>
              </a:rPr>
              <a:t>otimalidade</a:t>
            </a:r>
            <a:r>
              <a:rPr lang="pt-BR" sz="16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Gotham Book" panose="02000604030000020004" pitchFamily="2" charset="0"/>
              </a:rPr>
              <a:t> em relação ao parâmetro </a:t>
            </a:r>
            <a:r>
              <a:rPr lang="pt-BR" sz="1600" noProof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Gotham Book" panose="02000604030000020004" pitchFamily="2" charset="0"/>
              </a:rPr>
              <a:t>Lagrangiano</a:t>
            </a:r>
            <a:r>
              <a:rPr lang="pt-BR" sz="16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Gotham Book" panose="02000604030000020004" pitchFamily="2" charset="0"/>
              </a:rPr>
              <a:t> é a restrição orçamental.</a:t>
            </a:r>
          </a:p>
          <a:p>
            <a:pPr marL="114300" indent="0"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  <a:buNone/>
            </a:pPr>
            <a:r>
              <a:rPr lang="pt-BR" sz="16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Gotham Book" panose="02000604030000020004" pitchFamily="2" charset="0"/>
              </a:rPr>
              <a:t> </a:t>
            </a:r>
          </a:p>
          <a:p>
            <a:pPr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pPr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pPr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pPr marL="114300" indent="0"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  <a:buNone/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a 3">
                <a:extLst>
                  <a:ext uri="{FF2B5EF4-FFF2-40B4-BE49-F238E27FC236}">
                    <a16:creationId xmlns:a16="http://schemas.microsoft.com/office/drawing/2014/main" id="{3C9F4AA8-B20B-FF76-EEA3-252E39DDEA8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976466"/>
                  </p:ext>
                </p:extLst>
              </p:nvPr>
            </p:nvGraphicFramePr>
            <p:xfrm>
              <a:off x="2026268" y="2331172"/>
              <a:ext cx="8127999" cy="5181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46279">
                      <a:extLst>
                        <a:ext uri="{9D8B030D-6E8A-4147-A177-3AD203B41FA5}">
                          <a16:colId xmlns:a16="http://schemas.microsoft.com/office/drawing/2014/main" val="3336428242"/>
                        </a:ext>
                      </a:extLst>
                    </a:gridCol>
                    <a:gridCol w="7315200">
                      <a:extLst>
                        <a:ext uri="{9D8B030D-6E8A-4147-A177-3AD203B41FA5}">
                          <a16:colId xmlns:a16="http://schemas.microsoft.com/office/drawing/2014/main" val="322572106"/>
                        </a:ext>
                      </a:extLst>
                    </a:gridCol>
                    <a:gridCol w="566520">
                      <a:extLst>
                        <a:ext uri="{9D8B030D-6E8A-4147-A177-3AD203B41FA5}">
                          <a16:colId xmlns:a16="http://schemas.microsoft.com/office/drawing/2014/main" val="393348593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pt-BR" noProof="0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114300" indent="0" algn="just">
                            <a:spcBef>
                              <a:spcPts val="0"/>
                            </a:spcBef>
                            <a:spcAft>
                              <a:spcPts val="1200"/>
                            </a:spcAft>
                            <a:buClr>
                              <a:schemeClr val="accent1">
                                <a:lumMod val="75000"/>
                              </a:schemeClr>
                            </a:buCl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pt-BR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pt-BR" b="0" i="1" noProof="0" smtClean="0"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b="0" i="1" noProof="0" smtClean="0"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pt-BR" b="0" i="1" noProof="0" smtClean="0"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  <m:r>
                                          <a:rPr lang="pt-BR" b="0" i="1" noProof="0" smtClean="0"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+1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pt-BR" b="0" i="1" noProof="0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:−</m:t>
                                </m:r>
                                <m:sSup>
                                  <m:sSupPr>
                                    <m:ctrlPr>
                                      <a:rPr lang="pt-BR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pt-BR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p>
                                    <m:r>
                                      <a:rPr lang="pt-BR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sup>
                                </m:sSup>
                                <m:sSub>
                                  <m:sSubPr>
                                    <m:ctrlPr>
                                      <a:rPr lang="pt-BR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pt-BR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pt-BR" b="0" i="1" noProof="0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lang="pt-BR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pt-BR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p>
                                    <m:r>
                                      <a:rPr lang="pt-BR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pt-BR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+1</m:t>
                                    </m:r>
                                  </m:sup>
                                </m:sSup>
                                <m:sSub>
                                  <m:sSubPr>
                                    <m:ctrlPr>
                                      <a:rPr lang="pt-BR" sz="1800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800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𝔼</m:t>
                                    </m:r>
                                  </m:e>
                                  <m:sub>
                                    <m:r>
                                      <a:rPr lang="pt-BR" sz="1800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pt-BR" sz="1800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pt-BR" b="0" i="1" noProof="0" smtClean="0"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b="0" i="1" noProof="0" smtClean="0"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𝜆</m:t>
                                        </m:r>
                                      </m:e>
                                      <m:sub>
                                        <m:r>
                                          <a:rPr lang="pt-BR" b="0" i="1" noProof="0" smtClean="0"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  <m:r>
                                          <a:rPr lang="pt-BR" b="0" i="1" noProof="0" smtClean="0"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+1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pt-BR" b="0" i="1" noProof="0" smtClean="0"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pt-BR" b="0" i="1" noProof="0" smtClean="0"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1+</m:t>
                                        </m:r>
                                        <m:sSub>
                                          <m:sSubPr>
                                            <m:ctrlPr>
                                              <a:rPr lang="pt-BR" b="0" i="1" noProof="0" smtClean="0">
                                                <a:solidFill>
                                                  <a:schemeClr val="tx1">
                                                    <a:lumMod val="75000"/>
                                                    <a:lumOff val="2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pt-BR" b="0" i="1" noProof="0" smtClean="0">
                                                <a:solidFill>
                                                  <a:schemeClr val="tx1">
                                                    <a:lumMod val="75000"/>
                                                    <a:lumOff val="2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𝑟</m:t>
                                            </m:r>
                                          </m:e>
                                          <m:sub>
                                            <m:r>
                                              <a:rPr lang="pt-BR" b="0" i="1" noProof="0" smtClean="0">
                                                <a:solidFill>
                                                  <a:schemeClr val="tx1">
                                                    <a:lumMod val="75000"/>
                                                    <a:lumOff val="2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𝑡</m:t>
                                            </m:r>
                                            <m:r>
                                              <a:rPr lang="pt-BR" b="0" i="1" noProof="0" smtClean="0">
                                                <a:solidFill>
                                                  <a:schemeClr val="tx1">
                                                    <a:lumMod val="75000"/>
                                                    <a:lumOff val="2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+1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d>
                                <m:r>
                                  <a:rPr lang="pt-BR" sz="1800" b="0" i="1" noProof="0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pt-BR" b="0" i="1" noProof="0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pt-BR" b="0" noProof="0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BR" b="0" i="0" noProof="0" dirty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Gotham Light" pitchFamily="2" charset="0"/>
                            </a:rPr>
                            <a:t>(4)</a:t>
                          </a:r>
                          <a:endParaRPr lang="pt-BR" noProof="0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893949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a 3">
                <a:extLst>
                  <a:ext uri="{FF2B5EF4-FFF2-40B4-BE49-F238E27FC236}">
                    <a16:creationId xmlns:a16="http://schemas.microsoft.com/office/drawing/2014/main" id="{3C9F4AA8-B20B-FF76-EEA3-252E39DDEA8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976466"/>
                  </p:ext>
                </p:extLst>
              </p:nvPr>
            </p:nvGraphicFramePr>
            <p:xfrm>
              <a:off x="2026268" y="2331172"/>
              <a:ext cx="8127999" cy="5181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46279">
                      <a:extLst>
                        <a:ext uri="{9D8B030D-6E8A-4147-A177-3AD203B41FA5}">
                          <a16:colId xmlns:a16="http://schemas.microsoft.com/office/drawing/2014/main" val="3336428242"/>
                        </a:ext>
                      </a:extLst>
                    </a:gridCol>
                    <a:gridCol w="7315200">
                      <a:extLst>
                        <a:ext uri="{9D8B030D-6E8A-4147-A177-3AD203B41FA5}">
                          <a16:colId xmlns:a16="http://schemas.microsoft.com/office/drawing/2014/main" val="322572106"/>
                        </a:ext>
                      </a:extLst>
                    </a:gridCol>
                    <a:gridCol w="566520">
                      <a:extLst>
                        <a:ext uri="{9D8B030D-6E8A-4147-A177-3AD203B41FA5}">
                          <a16:colId xmlns:a16="http://schemas.microsoft.com/office/drawing/2014/main" val="3933485931"/>
                        </a:ext>
                      </a:extLst>
                    </a:gridCol>
                  </a:tblGrid>
                  <a:tr h="518160">
                    <a:tc>
                      <a:txBody>
                        <a:bodyPr/>
                        <a:lstStyle/>
                        <a:p>
                          <a:endParaRPr lang="pt-BR" noProof="0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3414" t="-1163" r="-8077" b="-46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BR" b="0" i="0" noProof="0" dirty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Gotham Light" pitchFamily="2" charset="0"/>
                            </a:rPr>
                            <a:t>(4)</a:t>
                          </a:r>
                          <a:endParaRPr lang="pt-BR" noProof="0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893949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a 4">
                <a:extLst>
                  <a:ext uri="{FF2B5EF4-FFF2-40B4-BE49-F238E27FC236}">
                    <a16:creationId xmlns:a16="http://schemas.microsoft.com/office/drawing/2014/main" id="{DF3A96F7-7AC0-8C38-7D35-D3B29229D61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55173138"/>
                  </p:ext>
                </p:extLst>
              </p:nvPr>
            </p:nvGraphicFramePr>
            <p:xfrm>
              <a:off x="2026267" y="3842596"/>
              <a:ext cx="8127999" cy="5181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46279">
                      <a:extLst>
                        <a:ext uri="{9D8B030D-6E8A-4147-A177-3AD203B41FA5}">
                          <a16:colId xmlns:a16="http://schemas.microsoft.com/office/drawing/2014/main" val="3336428242"/>
                        </a:ext>
                      </a:extLst>
                    </a:gridCol>
                    <a:gridCol w="7315200">
                      <a:extLst>
                        <a:ext uri="{9D8B030D-6E8A-4147-A177-3AD203B41FA5}">
                          <a16:colId xmlns:a16="http://schemas.microsoft.com/office/drawing/2014/main" val="322572106"/>
                        </a:ext>
                      </a:extLst>
                    </a:gridCol>
                    <a:gridCol w="566520">
                      <a:extLst>
                        <a:ext uri="{9D8B030D-6E8A-4147-A177-3AD203B41FA5}">
                          <a16:colId xmlns:a16="http://schemas.microsoft.com/office/drawing/2014/main" val="393348593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pt-BR" noProof="0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114300" indent="0" algn="just">
                            <a:spcBef>
                              <a:spcPts val="0"/>
                            </a:spcBef>
                            <a:spcAft>
                              <a:spcPts val="1200"/>
                            </a:spcAft>
                            <a:buClr>
                              <a:schemeClr val="accent1">
                                <a:lumMod val="75000"/>
                              </a:schemeClr>
                            </a:buCl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pt-BR" sz="1800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pt-BR" sz="1800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pt-BR" sz="1800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  <m:sup>
                                    <m:r>
                                      <a:rPr lang="pt-BR" sz="1800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pt-BR" sz="1800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sup>
                                </m:sSubSup>
                                <m:r>
                                  <a:rPr lang="pt-BR" b="0" i="1" noProof="0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pt-BR" b="0" i="1" noProof="0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𝛽</m:t>
                                </m:r>
                                <m:sSub>
                                  <m:sSubPr>
                                    <m:ctrlPr>
                                      <a:rPr lang="pt-BR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𝔼</m:t>
                                    </m:r>
                                  </m:e>
                                  <m:sub>
                                    <m:r>
                                      <a:rPr lang="pt-BR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pt-BR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Sup>
                                      <m:sSubSupPr>
                                        <m:ctrlPr>
                                          <a:rPr lang="pt-BR" sz="1800" b="0" i="1" noProof="0" smtClean="0"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pt-BR" sz="1800" b="0" i="1" noProof="0" smtClean="0"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e>
                                      <m:sub>
                                        <m:r>
                                          <a:rPr lang="pt-BR" sz="1800" b="0" i="1" noProof="0" smtClean="0"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  <m:r>
                                          <a:rPr lang="pt-BR" sz="1800" b="0" i="1" noProof="0" smtClean="0"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+1</m:t>
                                        </m:r>
                                      </m:sub>
                                      <m:sup>
                                        <m:r>
                                          <a:rPr lang="pt-BR" sz="1800" b="0" i="1" noProof="0" smtClean="0"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pt-BR" sz="1800" b="0" i="1" noProof="0" smtClean="0"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sup>
                                    </m:sSubSup>
                                    <m:d>
                                      <m:dPr>
                                        <m:ctrlPr>
                                          <a:rPr lang="pt-BR" b="0" i="1" noProof="0" smtClean="0"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pt-BR" b="0" i="1" noProof="0" smtClean="0"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1+</m:t>
                                        </m:r>
                                        <m:sSub>
                                          <m:sSubPr>
                                            <m:ctrlPr>
                                              <a:rPr lang="pt-BR" b="0" i="1" noProof="0" smtClean="0">
                                                <a:solidFill>
                                                  <a:schemeClr val="tx1">
                                                    <a:lumMod val="75000"/>
                                                    <a:lumOff val="2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pt-BR" b="0" i="1" noProof="0" smtClean="0">
                                                <a:solidFill>
                                                  <a:schemeClr val="tx1">
                                                    <a:lumMod val="75000"/>
                                                    <a:lumOff val="2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𝑟</m:t>
                                            </m:r>
                                          </m:e>
                                          <m:sub>
                                            <m:r>
                                              <a:rPr lang="pt-BR" b="0" i="1" noProof="0" smtClean="0">
                                                <a:solidFill>
                                                  <a:schemeClr val="tx1">
                                                    <a:lumMod val="75000"/>
                                                    <a:lumOff val="2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𝑡</m:t>
                                            </m:r>
                                            <m:r>
                                              <a:rPr lang="pt-BR" b="0" i="1" noProof="0" smtClean="0">
                                                <a:solidFill>
                                                  <a:schemeClr val="tx1">
                                                    <a:lumMod val="75000"/>
                                                    <a:lumOff val="2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+1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d>
                              </m:oMath>
                            </m:oMathPara>
                          </a14:m>
                          <a:endParaRPr lang="pt-BR" b="0" noProof="0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BR" b="0" i="0" noProof="0" dirty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Gotham Light" pitchFamily="2" charset="0"/>
                            </a:rPr>
                            <a:t>(5)</a:t>
                          </a:r>
                          <a:endParaRPr lang="pt-BR" noProof="0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893949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a 4">
                <a:extLst>
                  <a:ext uri="{FF2B5EF4-FFF2-40B4-BE49-F238E27FC236}">
                    <a16:creationId xmlns:a16="http://schemas.microsoft.com/office/drawing/2014/main" id="{DF3A96F7-7AC0-8C38-7D35-D3B29229D61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55173138"/>
                  </p:ext>
                </p:extLst>
              </p:nvPr>
            </p:nvGraphicFramePr>
            <p:xfrm>
              <a:off x="2026267" y="3842596"/>
              <a:ext cx="8127999" cy="5181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46279">
                      <a:extLst>
                        <a:ext uri="{9D8B030D-6E8A-4147-A177-3AD203B41FA5}">
                          <a16:colId xmlns:a16="http://schemas.microsoft.com/office/drawing/2014/main" val="3336428242"/>
                        </a:ext>
                      </a:extLst>
                    </a:gridCol>
                    <a:gridCol w="7315200">
                      <a:extLst>
                        <a:ext uri="{9D8B030D-6E8A-4147-A177-3AD203B41FA5}">
                          <a16:colId xmlns:a16="http://schemas.microsoft.com/office/drawing/2014/main" val="322572106"/>
                        </a:ext>
                      </a:extLst>
                    </a:gridCol>
                    <a:gridCol w="566520">
                      <a:extLst>
                        <a:ext uri="{9D8B030D-6E8A-4147-A177-3AD203B41FA5}">
                          <a16:colId xmlns:a16="http://schemas.microsoft.com/office/drawing/2014/main" val="3933485931"/>
                        </a:ext>
                      </a:extLst>
                    </a:gridCol>
                  </a:tblGrid>
                  <a:tr h="518160">
                    <a:tc>
                      <a:txBody>
                        <a:bodyPr/>
                        <a:lstStyle/>
                        <a:p>
                          <a:endParaRPr lang="pt-BR" noProof="0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5"/>
                          <a:stretch>
                            <a:fillRect l="-3414" t="-1163" r="-8077" b="-46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BR" b="0" i="0" noProof="0" dirty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Gotham Light" pitchFamily="2" charset="0"/>
                            </a:rPr>
                            <a:t>(5)</a:t>
                          </a:r>
                          <a:endParaRPr lang="pt-BR" noProof="0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893949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5">
            <a:extLst>
              <a:ext uri="{FF2B5EF4-FFF2-40B4-BE49-F238E27FC236}">
                <a16:creationId xmlns:a16="http://schemas.microsoft.com/office/drawing/2014/main" id="{A06188CF-CDB9-D3A3-F7A6-017BD3A2128D}"/>
              </a:ext>
            </a:extLst>
          </p:cNvPr>
          <p:cNvSpPr txBox="1"/>
          <p:nvPr/>
        </p:nvSpPr>
        <p:spPr>
          <a:xfrm>
            <a:off x="401934" y="238801"/>
            <a:ext cx="2901706" cy="2333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ts val="1100"/>
              </a:lnSpc>
              <a:defRPr/>
            </a:pPr>
            <a:r>
              <a:rPr lang="pt-BR" sz="1000" noProof="0" dirty="0">
                <a:solidFill>
                  <a:srgbClr val="4D4D4D"/>
                </a:solidFill>
                <a:latin typeface="Gotham Light" pitchFamily="50" charset="0"/>
                <a:cs typeface="Gotham Black" pitchFamily="50" charset="0"/>
              </a:rPr>
              <a:t>Famílias</a:t>
            </a:r>
            <a:endParaRPr kumimoji="0" lang="pt-BR" sz="1000" b="1" i="0" u="none" strike="noStrike" kern="1200" cap="none" spc="0" normalizeH="0" baseline="0" noProof="0" dirty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Gotham Light" pitchFamily="50" charset="0"/>
              <a:ea typeface="+mn-ea"/>
              <a:cs typeface="Gotham Black" pitchFamily="50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a 7">
                <a:extLst>
                  <a:ext uri="{FF2B5EF4-FFF2-40B4-BE49-F238E27FC236}">
                    <a16:creationId xmlns:a16="http://schemas.microsoft.com/office/drawing/2014/main" id="{51B69F29-62CF-45B5-B6EB-AFF0951E30D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74846092"/>
                  </p:ext>
                </p:extLst>
              </p:nvPr>
            </p:nvGraphicFramePr>
            <p:xfrm>
              <a:off x="2106829" y="6016897"/>
              <a:ext cx="8127999" cy="5181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46279">
                      <a:extLst>
                        <a:ext uri="{9D8B030D-6E8A-4147-A177-3AD203B41FA5}">
                          <a16:colId xmlns:a16="http://schemas.microsoft.com/office/drawing/2014/main" val="3336428242"/>
                        </a:ext>
                      </a:extLst>
                    </a:gridCol>
                    <a:gridCol w="7315200">
                      <a:extLst>
                        <a:ext uri="{9D8B030D-6E8A-4147-A177-3AD203B41FA5}">
                          <a16:colId xmlns:a16="http://schemas.microsoft.com/office/drawing/2014/main" val="322572106"/>
                        </a:ext>
                      </a:extLst>
                    </a:gridCol>
                    <a:gridCol w="566520">
                      <a:extLst>
                        <a:ext uri="{9D8B030D-6E8A-4147-A177-3AD203B41FA5}">
                          <a16:colId xmlns:a16="http://schemas.microsoft.com/office/drawing/2014/main" val="393348593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pt-BR" noProof="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114300" indent="0" algn="just">
                            <a:spcBef>
                              <a:spcPts val="0"/>
                            </a:spcBef>
                            <a:spcAft>
                              <a:spcPts val="1200"/>
                            </a:spcAft>
                            <a:buClr>
                              <a:schemeClr val="accent1">
                                <a:lumMod val="75000"/>
                              </a:schemeClr>
                            </a:buCl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pt-BR" sz="1800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pt-BR" sz="1800" b="0" i="1" noProof="0" smtClean="0"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sz="1800" b="0" i="1" noProof="0" smtClean="0"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𝜆</m:t>
                                        </m:r>
                                      </m:e>
                                      <m:sub>
                                        <m:r>
                                          <a:rPr lang="pt-BR" sz="1800" b="0" i="1" noProof="0" smtClean="0"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pt-BR" sz="1800" b="0" i="1" noProof="0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:</m:t>
                                </m:r>
                                <m:sSub>
                                  <m:sSubPr>
                                    <m:ctrlPr>
                                      <a:rPr lang="pt-BR" sz="1800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800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pt-BR" sz="1800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pt-BR" sz="1800" b="0" i="1" noProof="0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pt-BR" sz="1800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800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pt-BR" sz="1800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pt-BR" sz="1800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  <m:r>
                                  <a:rPr lang="pt-BR" sz="1800" b="0" i="1" noProof="0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pt-BR" sz="1800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800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pt-BR" sz="1800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pt-BR" sz="1800" b="0" i="1" noProof="0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d>
                                  <m:dPr>
                                    <m:ctrlPr>
                                      <a:rPr lang="pt-BR" sz="1800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sz="1800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1+</m:t>
                                    </m:r>
                                    <m:sSub>
                                      <m:sSubPr>
                                        <m:ctrlPr>
                                          <a:rPr lang="pt-BR" sz="1800" b="0" i="1" noProof="0" smtClean="0"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sz="1800" b="0" i="1" noProof="0" smtClean="0"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e>
                                      <m:sub>
                                        <m:r>
                                          <a:rPr lang="pt-BR" sz="1800" b="0" i="1" noProof="0" smtClean="0"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</m:e>
                                </m:d>
                                <m:sSub>
                                  <m:sSubPr>
                                    <m:ctrlPr>
                                      <a:rPr lang="pt-BR" sz="1800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800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pt-BR" sz="1800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b="0" noProof="0" dirty="0">
                            <a:solidFill>
                              <a:schemeClr val="tx1"/>
                            </a:solidFill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BR" b="0" i="0" noProof="0" dirty="0">
                              <a:solidFill>
                                <a:schemeClr val="tx1"/>
                              </a:solidFill>
                              <a:latin typeface="Gotham Light" pitchFamily="2" charset="0"/>
                            </a:rPr>
                            <a:t>(6)</a:t>
                          </a:r>
                          <a:endParaRPr lang="pt-BR" noProof="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893949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a 7">
                <a:extLst>
                  <a:ext uri="{FF2B5EF4-FFF2-40B4-BE49-F238E27FC236}">
                    <a16:creationId xmlns:a16="http://schemas.microsoft.com/office/drawing/2014/main" id="{51B69F29-62CF-45B5-B6EB-AFF0951E30D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74846092"/>
                  </p:ext>
                </p:extLst>
              </p:nvPr>
            </p:nvGraphicFramePr>
            <p:xfrm>
              <a:off x="2106829" y="6016897"/>
              <a:ext cx="8127999" cy="5181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46279">
                      <a:extLst>
                        <a:ext uri="{9D8B030D-6E8A-4147-A177-3AD203B41FA5}">
                          <a16:colId xmlns:a16="http://schemas.microsoft.com/office/drawing/2014/main" val="3336428242"/>
                        </a:ext>
                      </a:extLst>
                    </a:gridCol>
                    <a:gridCol w="7315200">
                      <a:extLst>
                        <a:ext uri="{9D8B030D-6E8A-4147-A177-3AD203B41FA5}">
                          <a16:colId xmlns:a16="http://schemas.microsoft.com/office/drawing/2014/main" val="322572106"/>
                        </a:ext>
                      </a:extLst>
                    </a:gridCol>
                    <a:gridCol w="566520">
                      <a:extLst>
                        <a:ext uri="{9D8B030D-6E8A-4147-A177-3AD203B41FA5}">
                          <a16:colId xmlns:a16="http://schemas.microsoft.com/office/drawing/2014/main" val="3933485931"/>
                        </a:ext>
                      </a:extLst>
                    </a:gridCol>
                  </a:tblGrid>
                  <a:tr h="518160">
                    <a:tc>
                      <a:txBody>
                        <a:bodyPr/>
                        <a:lstStyle/>
                        <a:p>
                          <a:endParaRPr lang="pt-BR" noProof="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6"/>
                          <a:stretch>
                            <a:fillRect l="-3414" t="-2326" r="-8160" b="-46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BR" b="0" i="0" noProof="0" dirty="0">
                              <a:solidFill>
                                <a:schemeClr val="tx1"/>
                              </a:solidFill>
                              <a:latin typeface="Gotham Light" pitchFamily="2" charset="0"/>
                            </a:rPr>
                            <a:t>(6)</a:t>
                          </a:r>
                          <a:endParaRPr lang="pt-BR" noProof="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893949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904837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89">
            <a:extLst>
              <a:ext uri="{FF2B5EF4-FFF2-40B4-BE49-F238E27FC236}">
                <a16:creationId xmlns:a16="http://schemas.microsoft.com/office/drawing/2014/main" id="{5FED718F-9803-800A-F258-487CD4CACD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8336" y="6350242"/>
            <a:ext cx="780356" cy="365792"/>
          </a:xfrm>
          <a:prstGeom prst="rect">
            <a:avLst/>
          </a:prstGeom>
        </p:spPr>
      </p:pic>
      <p:sp>
        <p:nvSpPr>
          <p:cNvPr id="7" name="Rectángulo 5">
            <a:extLst>
              <a:ext uri="{FF2B5EF4-FFF2-40B4-BE49-F238E27FC236}">
                <a16:creationId xmlns:a16="http://schemas.microsoft.com/office/drawing/2014/main" id="{E0388FD9-EC60-F5FE-0362-6544841E372E}"/>
              </a:ext>
            </a:extLst>
          </p:cNvPr>
          <p:cNvSpPr/>
          <p:nvPr/>
        </p:nvSpPr>
        <p:spPr>
          <a:xfrm>
            <a:off x="346933" y="144104"/>
            <a:ext cx="55001" cy="42401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2" name="Grupo 83">
            <a:extLst>
              <a:ext uri="{FF2B5EF4-FFF2-40B4-BE49-F238E27FC236}">
                <a16:creationId xmlns:a16="http://schemas.microsoft.com/office/drawing/2014/main" id="{A4E3474D-8474-798A-0E6D-916DAC09142C}"/>
              </a:ext>
            </a:extLst>
          </p:cNvPr>
          <p:cNvGrpSpPr/>
          <p:nvPr/>
        </p:nvGrpSpPr>
        <p:grpSpPr>
          <a:xfrm>
            <a:off x="0" y="6457233"/>
            <a:ext cx="401934" cy="326337"/>
            <a:chOff x="0" y="6457233"/>
            <a:chExt cx="401934" cy="326337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13" name="Rectángulo redondeado 1">
              <a:extLst>
                <a:ext uri="{FF2B5EF4-FFF2-40B4-BE49-F238E27FC236}">
                  <a16:creationId xmlns:a16="http://schemas.microsoft.com/office/drawing/2014/main" id="{2E36149E-4F40-CC2F-C619-7D35A4F6D6C9}"/>
                </a:ext>
              </a:extLst>
            </p:cNvPr>
            <p:cNvSpPr/>
            <p:nvPr/>
          </p:nvSpPr>
          <p:spPr>
            <a:xfrm>
              <a:off x="0" y="6457233"/>
              <a:ext cx="401934" cy="326337"/>
            </a:xfrm>
            <a:prstGeom prst="flowChartDelay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CuadroTexto 85">
              <a:extLst>
                <a:ext uri="{FF2B5EF4-FFF2-40B4-BE49-F238E27FC236}">
                  <a16:creationId xmlns:a16="http://schemas.microsoft.com/office/drawing/2014/main" id="{1F92F7A6-0826-1FE4-6F5F-0A5263392AAF}"/>
                </a:ext>
              </a:extLst>
            </p:cNvPr>
            <p:cNvSpPr txBox="1"/>
            <p:nvPr/>
          </p:nvSpPr>
          <p:spPr>
            <a:xfrm>
              <a:off x="15073" y="6489596"/>
              <a:ext cx="263223" cy="2616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ok" panose="02000604040000020004" pitchFamily="50" charset="0"/>
                  <a:ea typeface="+mn-ea"/>
                  <a:cs typeface="+mn-cs"/>
                </a:rPr>
                <a:t>6</a:t>
              </a:r>
            </a:p>
          </p:txBody>
        </p:sp>
      </p:grpSp>
      <p:sp>
        <p:nvSpPr>
          <p:cNvPr id="17" name="Slide Number Placeholder 13">
            <a:extLst>
              <a:ext uri="{FF2B5EF4-FFF2-40B4-BE49-F238E27FC236}">
                <a16:creationId xmlns:a16="http://schemas.microsoft.com/office/drawing/2014/main" id="{78E6E173-70F3-B323-4B2B-D770A930D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507601"/>
            <a:ext cx="321383" cy="225600"/>
          </a:xfrm>
          <a:solidFill>
            <a:srgbClr val="B4C7E7"/>
          </a:solidFill>
        </p:spPr>
        <p:txBody>
          <a:bodyPr/>
          <a:lstStyle/>
          <a:p>
            <a:pPr algn="ctr"/>
            <a:fld id="{EE745C5F-8F31-4318-ABF5-660B737895AE}" type="slidenum">
              <a:rPr lang="pt-BR" sz="1000" noProof="0" smtClean="0">
                <a:solidFill>
                  <a:schemeClr val="bg1"/>
                </a:solidFill>
                <a:latin typeface="Gotham Book" panose="02000604040000020004" pitchFamily="50" charset="0"/>
              </a:rPr>
              <a:pPr algn="ctr"/>
              <a:t>9</a:t>
            </a:fld>
            <a:endParaRPr lang="pt-BR" sz="1000" noProof="0" dirty="0">
              <a:solidFill>
                <a:schemeClr val="bg1"/>
              </a:solidFill>
              <a:latin typeface="Gotham Book" panose="02000604040000020004" pitchFamily="50" charset="0"/>
            </a:endParaRPr>
          </a:p>
        </p:txBody>
      </p:sp>
      <p:sp>
        <p:nvSpPr>
          <p:cNvPr id="22" name="Título 1">
            <a:extLst>
              <a:ext uri="{FF2B5EF4-FFF2-40B4-BE49-F238E27FC236}">
                <a16:creationId xmlns:a16="http://schemas.microsoft.com/office/drawing/2014/main" id="{53331EDC-2B0E-6359-47A7-183566E32F07}"/>
              </a:ext>
            </a:extLst>
          </p:cNvPr>
          <p:cNvSpPr txBox="1">
            <a:spLocks/>
          </p:cNvSpPr>
          <p:nvPr/>
        </p:nvSpPr>
        <p:spPr bwMode="auto">
          <a:xfrm>
            <a:off x="1494989" y="539166"/>
            <a:ext cx="9190565" cy="859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21920" tIns="60960" rIns="121920" bIns="60960" numCol="1" anchor="ctr" anchorCtr="0" compatLnSpc="1">
            <a:prstTxWarp prst="textNoShape">
              <a:avLst/>
            </a:prstTxWarp>
          </a:bodyPr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defTabSz="914377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2400" b="1" noProof="0" dirty="0">
                <a:solidFill>
                  <a:schemeClr val="accent1">
                    <a:lumMod val="75000"/>
                  </a:schemeClr>
                </a:solidFill>
                <a:latin typeface="Gotham Black" panose="02000604040000020004" pitchFamily="50" charset="0"/>
              </a:rPr>
              <a:t>Problema das famílias</a:t>
            </a:r>
            <a:endParaRPr lang="pt-BR" sz="3200" b="1" noProof="0" dirty="0">
              <a:solidFill>
                <a:schemeClr val="accent1">
                  <a:lumMod val="75000"/>
                </a:schemeClr>
              </a:solidFill>
              <a:latin typeface="Gotham Black" panose="02000604040000020004" pitchFamily="50" charset="0"/>
            </a:endParaRPr>
          </a:p>
        </p:txBody>
      </p:sp>
      <p:sp>
        <p:nvSpPr>
          <p:cNvPr id="27" name="Marcador de contenido 2">
            <a:extLst>
              <a:ext uri="{FF2B5EF4-FFF2-40B4-BE49-F238E27FC236}">
                <a16:creationId xmlns:a16="http://schemas.microsoft.com/office/drawing/2014/main" id="{6DD32B08-5E7D-A192-C1F5-EB40CC3827C6}"/>
              </a:ext>
            </a:extLst>
          </p:cNvPr>
          <p:cNvSpPr txBox="1">
            <a:spLocks/>
          </p:cNvSpPr>
          <p:nvPr/>
        </p:nvSpPr>
        <p:spPr>
          <a:xfrm>
            <a:off x="1033320" y="2112119"/>
            <a:ext cx="10275016" cy="3012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114300" indent="0"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  <a:buNone/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pPr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</a:pPr>
            <a:r>
              <a:rPr lang="pt-BR" sz="16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Gotham Book" panose="02000604030000020004" pitchFamily="2" charset="0"/>
              </a:rPr>
              <a:t>Finalmente, a </a:t>
            </a:r>
            <a:r>
              <a:rPr lang="pt-BR" sz="1600" b="1" noProof="0" dirty="0">
                <a:solidFill>
                  <a:schemeClr val="accent1">
                    <a:lumMod val="75000"/>
                  </a:schemeClr>
                </a:solidFill>
                <a:latin typeface="Gotham Book" panose="02000604030000020004" pitchFamily="2" charset="0"/>
              </a:rPr>
              <a:t>condição de transversalidade ou de não-Ponzi </a:t>
            </a:r>
            <a:r>
              <a:rPr lang="pt-BR" sz="16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Gotham Book" panose="02000604030000020004" pitchFamily="2" charset="0"/>
              </a:rPr>
              <a:t>explica que no final de todos os tempos não pode haver capital disponível. Caso contrário, não se trataria de uma trajetória óptima. Esta condição decorre do problema do horizonte finito.</a:t>
            </a:r>
          </a:p>
          <a:p>
            <a:pPr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pPr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pPr marL="114300" indent="0"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  <a:buNone/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pPr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pPr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pPr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pPr marL="114300" indent="0"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  <a:buNone/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a 4">
                <a:extLst>
                  <a:ext uri="{FF2B5EF4-FFF2-40B4-BE49-F238E27FC236}">
                    <a16:creationId xmlns:a16="http://schemas.microsoft.com/office/drawing/2014/main" id="{DF3A96F7-7AC0-8C38-7D35-D3B29229D61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65185418"/>
                  </p:ext>
                </p:extLst>
              </p:nvPr>
            </p:nvGraphicFramePr>
            <p:xfrm>
              <a:off x="2106828" y="3812810"/>
              <a:ext cx="8127999" cy="6030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46279">
                      <a:extLst>
                        <a:ext uri="{9D8B030D-6E8A-4147-A177-3AD203B41FA5}">
                          <a16:colId xmlns:a16="http://schemas.microsoft.com/office/drawing/2014/main" val="3336428242"/>
                        </a:ext>
                      </a:extLst>
                    </a:gridCol>
                    <a:gridCol w="7315200">
                      <a:extLst>
                        <a:ext uri="{9D8B030D-6E8A-4147-A177-3AD203B41FA5}">
                          <a16:colId xmlns:a16="http://schemas.microsoft.com/office/drawing/2014/main" val="322572106"/>
                        </a:ext>
                      </a:extLst>
                    </a:gridCol>
                    <a:gridCol w="566520">
                      <a:extLst>
                        <a:ext uri="{9D8B030D-6E8A-4147-A177-3AD203B41FA5}">
                          <a16:colId xmlns:a16="http://schemas.microsoft.com/office/drawing/2014/main" val="393348593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pt-BR" noProof="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114300" indent="0" algn="just">
                            <a:spcBef>
                              <a:spcPts val="0"/>
                            </a:spcBef>
                            <a:spcAft>
                              <a:spcPts val="1200"/>
                            </a:spcAft>
                            <a:buClr>
                              <a:schemeClr val="accent1">
                                <a:lumMod val="75000"/>
                              </a:schemeClr>
                            </a:buCl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pt-BR" sz="1800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sz="1800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𝑇𝑉𝐶</m:t>
                                    </m:r>
                                  </m:e>
                                </m:d>
                                <m:r>
                                  <a:rPr lang="pt-BR" sz="1800" b="0" i="1" noProof="0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:</m:t>
                                </m:r>
                                <m:func>
                                  <m:funcPr>
                                    <m:ctrlPr>
                                      <a:rPr lang="pt-BR" sz="1800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limLow>
                                      <m:limLowPr>
                                        <m:ctrlPr>
                                          <a:rPr lang="pt-BR" sz="1800" b="0" i="1" noProof="0" smtClean="0"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limLow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pt-BR" sz="1800" b="0" i="0" noProof="0" smtClean="0"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lim</m:t>
                                        </m:r>
                                      </m:e>
                                      <m:lim>
                                        <m:r>
                                          <a:rPr lang="pt-BR" sz="1800" b="0" i="1" noProof="0" smtClean="0"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  <m:r>
                                          <a:rPr lang="pt-BR" sz="1800" b="0" i="1" noProof="0" smtClean="0"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→∞</m:t>
                                        </m:r>
                                      </m:lim>
                                    </m:limLow>
                                  </m:fName>
                                  <m:e>
                                    <m:sSup>
                                      <m:sSupPr>
                                        <m:ctrlPr>
                                          <a:rPr lang="pt-BR" sz="1800" b="0" i="1" noProof="0" smtClean="0"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pt-BR" sz="1800" b="0" i="1" noProof="0" smtClean="0"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  <m:sup>
                                        <m:r>
                                          <a:rPr lang="pt-BR" sz="1800" b="0" i="1" noProof="0" smtClean="0"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p>
                                    </m:sSup>
                                    <m:sSub>
                                      <m:sSubPr>
                                        <m:ctrlPr>
                                          <a:rPr lang="pt-BR" sz="1800" b="0" i="1" noProof="0" smtClean="0"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sz="1800" b="0" i="1" noProof="0" smtClean="0"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𝜆</m:t>
                                        </m:r>
                                      </m:e>
                                      <m:sub>
                                        <m:r>
                                          <a:rPr lang="pt-BR" sz="1800" b="0" i="1" noProof="0" smtClean="0"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pt-BR" sz="1800" b="0" i="1" noProof="0" smtClean="0"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sz="1800" b="0" i="1" noProof="0" smtClean="0"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pt-BR" sz="1800" b="0" i="1" noProof="0" smtClean="0"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</m:e>
                                </m:func>
                                <m:r>
                                  <a:rPr lang="pt-BR" sz="1800" b="0" i="1" noProof="0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oMath>
                            </m:oMathPara>
                          </a14:m>
                          <a:endParaRPr lang="pt-BR" b="0" noProof="0" dirty="0">
                            <a:solidFill>
                              <a:schemeClr val="tx1"/>
                            </a:solidFill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BR" b="0" i="0" noProof="0" dirty="0">
                              <a:solidFill>
                                <a:schemeClr val="tx1"/>
                              </a:solidFill>
                              <a:latin typeface="Gotham Light" pitchFamily="2" charset="0"/>
                            </a:rPr>
                            <a:t>(7)</a:t>
                          </a:r>
                          <a:endParaRPr lang="pt-BR" noProof="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893949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a 4">
                <a:extLst>
                  <a:ext uri="{FF2B5EF4-FFF2-40B4-BE49-F238E27FC236}">
                    <a16:creationId xmlns:a16="http://schemas.microsoft.com/office/drawing/2014/main" id="{DF3A96F7-7AC0-8C38-7D35-D3B29229D61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65185418"/>
                  </p:ext>
                </p:extLst>
              </p:nvPr>
            </p:nvGraphicFramePr>
            <p:xfrm>
              <a:off x="2106828" y="3812810"/>
              <a:ext cx="8127999" cy="6030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46279">
                      <a:extLst>
                        <a:ext uri="{9D8B030D-6E8A-4147-A177-3AD203B41FA5}">
                          <a16:colId xmlns:a16="http://schemas.microsoft.com/office/drawing/2014/main" val="3336428242"/>
                        </a:ext>
                      </a:extLst>
                    </a:gridCol>
                    <a:gridCol w="7315200">
                      <a:extLst>
                        <a:ext uri="{9D8B030D-6E8A-4147-A177-3AD203B41FA5}">
                          <a16:colId xmlns:a16="http://schemas.microsoft.com/office/drawing/2014/main" val="322572106"/>
                        </a:ext>
                      </a:extLst>
                    </a:gridCol>
                    <a:gridCol w="566520">
                      <a:extLst>
                        <a:ext uri="{9D8B030D-6E8A-4147-A177-3AD203B41FA5}">
                          <a16:colId xmlns:a16="http://schemas.microsoft.com/office/drawing/2014/main" val="3933485931"/>
                        </a:ext>
                      </a:extLst>
                    </a:gridCol>
                  </a:tblGrid>
                  <a:tr h="603060">
                    <a:tc>
                      <a:txBody>
                        <a:bodyPr/>
                        <a:lstStyle/>
                        <a:p>
                          <a:endParaRPr lang="pt-BR" noProof="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3414" t="-1000" r="-8160" b="-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BR" b="0" i="0" noProof="0" dirty="0">
                              <a:solidFill>
                                <a:schemeClr val="tx1"/>
                              </a:solidFill>
                              <a:latin typeface="Gotham Light" pitchFamily="2" charset="0"/>
                            </a:rPr>
                            <a:t>(7)</a:t>
                          </a:r>
                          <a:endParaRPr lang="pt-BR" noProof="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893949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5">
            <a:extLst>
              <a:ext uri="{FF2B5EF4-FFF2-40B4-BE49-F238E27FC236}">
                <a16:creationId xmlns:a16="http://schemas.microsoft.com/office/drawing/2014/main" id="{8C5C8146-088B-AC7A-66ED-9382D007CE1A}"/>
              </a:ext>
            </a:extLst>
          </p:cNvPr>
          <p:cNvSpPr txBox="1"/>
          <p:nvPr/>
        </p:nvSpPr>
        <p:spPr>
          <a:xfrm>
            <a:off x="401934" y="238801"/>
            <a:ext cx="2901706" cy="2333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ts val="1100"/>
              </a:lnSpc>
              <a:defRPr/>
            </a:pPr>
            <a:r>
              <a:rPr lang="pt-BR" sz="1000" noProof="0" dirty="0">
                <a:solidFill>
                  <a:srgbClr val="4D4D4D"/>
                </a:solidFill>
                <a:latin typeface="Gotham Light" pitchFamily="50" charset="0"/>
                <a:cs typeface="Gotham Black" pitchFamily="50" charset="0"/>
              </a:rPr>
              <a:t>Famílias</a:t>
            </a:r>
            <a:endParaRPr kumimoji="0" lang="pt-BR" sz="1000" b="1" i="0" u="none" strike="noStrike" kern="1200" cap="none" spc="0" normalizeH="0" baseline="0" noProof="0" dirty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Gotham Light" pitchFamily="50" charset="0"/>
              <a:ea typeface="+mn-ea"/>
              <a:cs typeface="Gotham Black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1255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14D2D1F-9B27-5C89-1355-5B3387B959A7}"/>
              </a:ext>
            </a:extLst>
          </p:cNvPr>
          <p:cNvSpPr/>
          <p:nvPr/>
        </p:nvSpPr>
        <p:spPr>
          <a:xfrm>
            <a:off x="616180" y="4010919"/>
            <a:ext cx="4748300" cy="296330"/>
          </a:xfrm>
          <a:custGeom>
            <a:avLst/>
            <a:gdLst>
              <a:gd name="csX0" fmla="*/ 0 w 4748300"/>
              <a:gd name="csY0" fmla="*/ 0 h 296330"/>
              <a:gd name="csX1" fmla="*/ 4748300 w 4748300"/>
              <a:gd name="csY1" fmla="*/ 0 h 296330"/>
              <a:gd name="csX2" fmla="*/ 4748300 w 4748300"/>
              <a:gd name="csY2" fmla="*/ 296330 h 296330"/>
              <a:gd name="csX3" fmla="*/ 0 w 4748300"/>
              <a:gd name="csY3" fmla="*/ 296330 h 296330"/>
              <a:gd name="csX4" fmla="*/ 0 w 4748300"/>
              <a:gd name="csY4" fmla="*/ 0 h 29633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748300" h="296330" fill="none" extrusionOk="0">
                <a:moveTo>
                  <a:pt x="0" y="0"/>
                </a:moveTo>
                <a:cubicBezTo>
                  <a:pt x="1206459" y="-109183"/>
                  <a:pt x="2626399" y="-163229"/>
                  <a:pt x="4748300" y="0"/>
                </a:cubicBezTo>
                <a:cubicBezTo>
                  <a:pt x="4753755" y="34486"/>
                  <a:pt x="4765915" y="233745"/>
                  <a:pt x="4748300" y="296330"/>
                </a:cubicBezTo>
                <a:cubicBezTo>
                  <a:pt x="3917855" y="238722"/>
                  <a:pt x="915492" y="421221"/>
                  <a:pt x="0" y="296330"/>
                </a:cubicBezTo>
                <a:cubicBezTo>
                  <a:pt x="-9837" y="184205"/>
                  <a:pt x="206" y="69926"/>
                  <a:pt x="0" y="0"/>
                </a:cubicBezTo>
                <a:close/>
              </a:path>
              <a:path w="4748300" h="296330" stroke="0" extrusionOk="0">
                <a:moveTo>
                  <a:pt x="0" y="0"/>
                </a:moveTo>
                <a:cubicBezTo>
                  <a:pt x="902230" y="-112441"/>
                  <a:pt x="3241039" y="65671"/>
                  <a:pt x="4748300" y="0"/>
                </a:cubicBezTo>
                <a:cubicBezTo>
                  <a:pt x="4772949" y="123424"/>
                  <a:pt x="4770887" y="264601"/>
                  <a:pt x="4748300" y="296330"/>
                </a:cubicBezTo>
                <a:cubicBezTo>
                  <a:pt x="3922415" y="324062"/>
                  <a:pt x="2364132" y="135395"/>
                  <a:pt x="0" y="296330"/>
                </a:cubicBezTo>
                <a:cubicBezTo>
                  <a:pt x="-17871" y="205506"/>
                  <a:pt x="-25161" y="65157"/>
                  <a:pt x="0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31825359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27EA2D6-94E8-02F4-2045-E51E5991C57B}"/>
              </a:ext>
            </a:extLst>
          </p:cNvPr>
          <p:cNvSpPr txBox="1"/>
          <p:nvPr/>
        </p:nvSpPr>
        <p:spPr>
          <a:xfrm>
            <a:off x="616180" y="3075357"/>
            <a:ext cx="78979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pt-BR" sz="4400" b="1" spc="300" noProof="0" dirty="0">
                <a:solidFill>
                  <a:schemeClr val="accent1">
                    <a:lumMod val="75000"/>
                  </a:schemeClr>
                </a:solidFill>
                <a:latin typeface="Gotham Bold" panose="02000604030000020004" pitchFamily="2" charset="0"/>
                <a:cs typeface="Arial" panose="020B0604020202020204" pitchFamily="34" charset="0"/>
              </a:rPr>
              <a:t>Problema das empresas</a:t>
            </a:r>
            <a:endParaRPr kumimoji="0" lang="pt-BR" sz="3200" b="1" u="none" strike="noStrike" kern="1200" cap="none" spc="30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latin typeface="Gotham Book" panose="02000604040000020004" pitchFamily="50" charset="0"/>
              <a:cs typeface="Arial" panose="020B0604020202020204" pitchFamily="34" charset="0"/>
            </a:endParaRPr>
          </a:p>
        </p:txBody>
      </p:sp>
      <p:pic>
        <p:nvPicPr>
          <p:cNvPr id="2" name="Imagen 89">
            <a:extLst>
              <a:ext uri="{FF2B5EF4-FFF2-40B4-BE49-F238E27FC236}">
                <a16:creationId xmlns:a16="http://schemas.microsoft.com/office/drawing/2014/main" id="{6E9B8791-2F98-F2A8-671E-D28C5BE991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8336" y="6350242"/>
            <a:ext cx="780356" cy="365792"/>
          </a:xfrm>
          <a:prstGeom prst="rect">
            <a:avLst/>
          </a:prstGeom>
        </p:spPr>
      </p:pic>
      <p:grpSp>
        <p:nvGrpSpPr>
          <p:cNvPr id="3" name="Grupo 83">
            <a:extLst>
              <a:ext uri="{FF2B5EF4-FFF2-40B4-BE49-F238E27FC236}">
                <a16:creationId xmlns:a16="http://schemas.microsoft.com/office/drawing/2014/main" id="{37424022-95A0-A850-8C0B-25C91CD32064}"/>
              </a:ext>
            </a:extLst>
          </p:cNvPr>
          <p:cNvGrpSpPr/>
          <p:nvPr/>
        </p:nvGrpSpPr>
        <p:grpSpPr>
          <a:xfrm>
            <a:off x="0" y="6457233"/>
            <a:ext cx="401934" cy="326337"/>
            <a:chOff x="0" y="6457233"/>
            <a:chExt cx="401934" cy="326337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9" name="Rectángulo redondeado 1">
              <a:extLst>
                <a:ext uri="{FF2B5EF4-FFF2-40B4-BE49-F238E27FC236}">
                  <a16:creationId xmlns:a16="http://schemas.microsoft.com/office/drawing/2014/main" id="{C928ECD1-CD21-A264-12D1-CBD432AD09C2}"/>
                </a:ext>
              </a:extLst>
            </p:cNvPr>
            <p:cNvSpPr/>
            <p:nvPr/>
          </p:nvSpPr>
          <p:spPr>
            <a:xfrm>
              <a:off x="0" y="6457233"/>
              <a:ext cx="401934" cy="326337"/>
            </a:xfrm>
            <a:prstGeom prst="flowChartDelay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CuadroTexto 85">
              <a:extLst>
                <a:ext uri="{FF2B5EF4-FFF2-40B4-BE49-F238E27FC236}">
                  <a16:creationId xmlns:a16="http://schemas.microsoft.com/office/drawing/2014/main" id="{A782674D-27E0-234F-0F8B-597649689C44}"/>
                </a:ext>
              </a:extLst>
            </p:cNvPr>
            <p:cNvSpPr txBox="1"/>
            <p:nvPr/>
          </p:nvSpPr>
          <p:spPr>
            <a:xfrm>
              <a:off x="15073" y="6489596"/>
              <a:ext cx="263223" cy="2616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ok" panose="02000604040000020004" pitchFamily="50" charset="0"/>
                  <a:ea typeface="+mn-ea"/>
                  <a:cs typeface="+mn-cs"/>
                </a:rPr>
                <a:t>6</a:t>
              </a:r>
            </a:p>
          </p:txBody>
        </p:sp>
      </p:grpSp>
      <p:sp>
        <p:nvSpPr>
          <p:cNvPr id="12" name="Slide Number Placeholder 13">
            <a:extLst>
              <a:ext uri="{FF2B5EF4-FFF2-40B4-BE49-F238E27FC236}">
                <a16:creationId xmlns:a16="http://schemas.microsoft.com/office/drawing/2014/main" id="{E85B0778-D1A9-DEE6-DCA9-C9BFCF5FE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507601"/>
            <a:ext cx="321383" cy="225600"/>
          </a:xfrm>
          <a:solidFill>
            <a:srgbClr val="B4C7E7"/>
          </a:solidFill>
        </p:spPr>
        <p:txBody>
          <a:bodyPr/>
          <a:lstStyle/>
          <a:p>
            <a:pPr algn="ctr"/>
            <a:fld id="{EE745C5F-8F31-4318-ABF5-660B737895AE}" type="slidenum">
              <a:rPr lang="pt-BR" sz="1000" noProof="0" smtClean="0">
                <a:solidFill>
                  <a:schemeClr val="bg1"/>
                </a:solidFill>
                <a:latin typeface="Gotham Book" panose="02000604040000020004" pitchFamily="50" charset="0"/>
              </a:rPr>
              <a:pPr algn="ctr"/>
              <a:t>10</a:t>
            </a:fld>
            <a:endParaRPr lang="pt-BR" sz="1000" noProof="0" dirty="0">
              <a:solidFill>
                <a:schemeClr val="bg1"/>
              </a:solidFill>
              <a:latin typeface="Gotham Book" panose="02000604040000020004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0127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89">
            <a:extLst>
              <a:ext uri="{FF2B5EF4-FFF2-40B4-BE49-F238E27FC236}">
                <a16:creationId xmlns:a16="http://schemas.microsoft.com/office/drawing/2014/main" id="{5FED718F-9803-800A-F258-487CD4CACD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8336" y="6350242"/>
            <a:ext cx="780356" cy="365792"/>
          </a:xfrm>
          <a:prstGeom prst="rect">
            <a:avLst/>
          </a:prstGeom>
        </p:spPr>
      </p:pic>
      <p:sp>
        <p:nvSpPr>
          <p:cNvPr id="7" name="Rectángulo 5">
            <a:extLst>
              <a:ext uri="{FF2B5EF4-FFF2-40B4-BE49-F238E27FC236}">
                <a16:creationId xmlns:a16="http://schemas.microsoft.com/office/drawing/2014/main" id="{E0388FD9-EC60-F5FE-0362-6544841E372E}"/>
              </a:ext>
            </a:extLst>
          </p:cNvPr>
          <p:cNvSpPr/>
          <p:nvPr/>
        </p:nvSpPr>
        <p:spPr>
          <a:xfrm>
            <a:off x="346933" y="144104"/>
            <a:ext cx="55001" cy="42401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Box 5">
            <a:extLst>
              <a:ext uri="{FF2B5EF4-FFF2-40B4-BE49-F238E27FC236}">
                <a16:creationId xmlns:a16="http://schemas.microsoft.com/office/drawing/2014/main" id="{263ACBF6-1521-1948-B65D-063D126F9B4D}"/>
              </a:ext>
            </a:extLst>
          </p:cNvPr>
          <p:cNvSpPr txBox="1"/>
          <p:nvPr/>
        </p:nvSpPr>
        <p:spPr>
          <a:xfrm>
            <a:off x="401933" y="168881"/>
            <a:ext cx="2901706" cy="2333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ts val="1100"/>
              </a:lnSpc>
              <a:defRPr/>
            </a:pPr>
            <a:r>
              <a:rPr lang="pt-BR" sz="1000" noProof="0" dirty="0">
                <a:solidFill>
                  <a:srgbClr val="4D4D4D"/>
                </a:solidFill>
                <a:latin typeface="Gotham Light" pitchFamily="50" charset="0"/>
                <a:cs typeface="Gotham Black" pitchFamily="50" charset="0"/>
              </a:rPr>
              <a:t>Problema das empresas</a:t>
            </a:r>
            <a:endParaRPr kumimoji="0" lang="pt-BR" sz="1000" b="1" i="0" u="none" strike="noStrike" kern="1200" cap="none" spc="0" normalizeH="0" baseline="0" noProof="0" dirty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Gotham Light" pitchFamily="50" charset="0"/>
              <a:ea typeface="+mn-ea"/>
              <a:cs typeface="Gotham Black" pitchFamily="50" charset="0"/>
            </a:endParaRPr>
          </a:p>
        </p:txBody>
      </p:sp>
      <p:grpSp>
        <p:nvGrpSpPr>
          <p:cNvPr id="12" name="Grupo 83">
            <a:extLst>
              <a:ext uri="{FF2B5EF4-FFF2-40B4-BE49-F238E27FC236}">
                <a16:creationId xmlns:a16="http://schemas.microsoft.com/office/drawing/2014/main" id="{A4E3474D-8474-798A-0E6D-916DAC09142C}"/>
              </a:ext>
            </a:extLst>
          </p:cNvPr>
          <p:cNvGrpSpPr/>
          <p:nvPr/>
        </p:nvGrpSpPr>
        <p:grpSpPr>
          <a:xfrm>
            <a:off x="0" y="6457233"/>
            <a:ext cx="401934" cy="326337"/>
            <a:chOff x="0" y="6457233"/>
            <a:chExt cx="401934" cy="326337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13" name="Rectángulo redondeado 1">
              <a:extLst>
                <a:ext uri="{FF2B5EF4-FFF2-40B4-BE49-F238E27FC236}">
                  <a16:creationId xmlns:a16="http://schemas.microsoft.com/office/drawing/2014/main" id="{2E36149E-4F40-CC2F-C619-7D35A4F6D6C9}"/>
                </a:ext>
              </a:extLst>
            </p:cNvPr>
            <p:cNvSpPr/>
            <p:nvPr/>
          </p:nvSpPr>
          <p:spPr>
            <a:xfrm>
              <a:off x="0" y="6457233"/>
              <a:ext cx="401934" cy="326337"/>
            </a:xfrm>
            <a:prstGeom prst="flowChartDelay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CuadroTexto 85">
              <a:extLst>
                <a:ext uri="{FF2B5EF4-FFF2-40B4-BE49-F238E27FC236}">
                  <a16:creationId xmlns:a16="http://schemas.microsoft.com/office/drawing/2014/main" id="{1F92F7A6-0826-1FE4-6F5F-0A5263392AAF}"/>
                </a:ext>
              </a:extLst>
            </p:cNvPr>
            <p:cNvSpPr txBox="1"/>
            <p:nvPr/>
          </p:nvSpPr>
          <p:spPr>
            <a:xfrm>
              <a:off x="15073" y="6489596"/>
              <a:ext cx="263223" cy="2616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ok" panose="02000604040000020004" pitchFamily="50" charset="0"/>
                  <a:ea typeface="+mn-ea"/>
                  <a:cs typeface="+mn-cs"/>
                </a:rPr>
                <a:t>6</a:t>
              </a:r>
            </a:p>
          </p:txBody>
        </p:sp>
      </p:grpSp>
      <p:sp>
        <p:nvSpPr>
          <p:cNvPr id="17" name="Slide Number Placeholder 13">
            <a:extLst>
              <a:ext uri="{FF2B5EF4-FFF2-40B4-BE49-F238E27FC236}">
                <a16:creationId xmlns:a16="http://schemas.microsoft.com/office/drawing/2014/main" id="{78E6E173-70F3-B323-4B2B-D770A930D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507601"/>
            <a:ext cx="321383" cy="225600"/>
          </a:xfrm>
          <a:solidFill>
            <a:srgbClr val="B4C7E7"/>
          </a:solidFill>
        </p:spPr>
        <p:txBody>
          <a:bodyPr/>
          <a:lstStyle/>
          <a:p>
            <a:pPr algn="ctr"/>
            <a:fld id="{EE745C5F-8F31-4318-ABF5-660B737895AE}" type="slidenum">
              <a:rPr lang="pt-BR" sz="1000" noProof="0" smtClean="0">
                <a:solidFill>
                  <a:schemeClr val="bg1"/>
                </a:solidFill>
                <a:latin typeface="Gotham Book" panose="02000604040000020004" pitchFamily="50" charset="0"/>
              </a:rPr>
              <a:pPr algn="ctr"/>
              <a:t>11</a:t>
            </a:fld>
            <a:endParaRPr lang="pt-BR" sz="1000" noProof="0" dirty="0">
              <a:solidFill>
                <a:schemeClr val="bg1"/>
              </a:solidFill>
              <a:latin typeface="Gotham Book" panose="02000604040000020004" pitchFamily="50" charset="0"/>
            </a:endParaRPr>
          </a:p>
        </p:txBody>
      </p:sp>
      <p:sp>
        <p:nvSpPr>
          <p:cNvPr id="22" name="Título 1">
            <a:extLst>
              <a:ext uri="{FF2B5EF4-FFF2-40B4-BE49-F238E27FC236}">
                <a16:creationId xmlns:a16="http://schemas.microsoft.com/office/drawing/2014/main" id="{53331EDC-2B0E-6359-47A7-183566E32F07}"/>
              </a:ext>
            </a:extLst>
          </p:cNvPr>
          <p:cNvSpPr txBox="1">
            <a:spLocks/>
          </p:cNvSpPr>
          <p:nvPr/>
        </p:nvSpPr>
        <p:spPr bwMode="auto">
          <a:xfrm>
            <a:off x="1494989" y="539166"/>
            <a:ext cx="9190565" cy="859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21920" tIns="60960" rIns="121920" bIns="60960" numCol="1" anchor="ctr" anchorCtr="0" compatLnSpc="1">
            <a:prstTxWarp prst="textNoShape">
              <a:avLst/>
            </a:prstTxWarp>
          </a:bodyPr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defTabSz="914377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2200" b="1" noProof="0" dirty="0">
                <a:solidFill>
                  <a:schemeClr val="accent1">
                    <a:lumMod val="75000"/>
                  </a:schemeClr>
                </a:solidFill>
                <a:latin typeface="Gotham Black" panose="02000604040000020004" pitchFamily="50" charset="0"/>
              </a:rPr>
              <a:t>O Problema das empresas</a:t>
            </a:r>
            <a:endParaRPr lang="pt-BR" sz="3000" b="1" noProof="0" dirty="0">
              <a:solidFill>
                <a:schemeClr val="accent1">
                  <a:lumMod val="75000"/>
                </a:schemeClr>
              </a:solidFill>
              <a:latin typeface="Gotham Black" panose="02000604040000020004" pitchFamily="50" charset="0"/>
            </a:endParaRPr>
          </a:p>
        </p:txBody>
      </p:sp>
      <p:sp>
        <p:nvSpPr>
          <p:cNvPr id="27" name="Marcador de contenido 2">
            <a:extLst>
              <a:ext uri="{FF2B5EF4-FFF2-40B4-BE49-F238E27FC236}">
                <a16:creationId xmlns:a16="http://schemas.microsoft.com/office/drawing/2014/main" id="{6DD32B08-5E7D-A192-C1F5-EB40CC3827C6}"/>
              </a:ext>
            </a:extLst>
          </p:cNvPr>
          <p:cNvSpPr txBox="1">
            <a:spLocks/>
          </p:cNvSpPr>
          <p:nvPr/>
        </p:nvSpPr>
        <p:spPr>
          <a:xfrm>
            <a:off x="1033320" y="1570031"/>
            <a:ext cx="10275016" cy="5108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114300" indent="0"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  <a:buNone/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pPr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pt-BR" sz="16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Gotham Book" panose="02000604030000020004" pitchFamily="2" charset="0"/>
              </a:rPr>
              <a:t>As firmas buscam </a:t>
            </a:r>
            <a:r>
              <a:rPr lang="pt-BR" sz="1600" b="1" noProof="0" dirty="0">
                <a:solidFill>
                  <a:schemeClr val="accent1">
                    <a:lumMod val="75000"/>
                  </a:schemeClr>
                </a:solidFill>
                <a:latin typeface="Gotham Book" panose="02000604030000020004" pitchFamily="2" charset="0"/>
              </a:rPr>
              <a:t>maximizar seus lucros </a:t>
            </a:r>
            <a:r>
              <a:rPr lang="pt-BR" sz="16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Gotham Book" panose="02000604030000020004" pitchFamily="2" charset="0"/>
              </a:rPr>
              <a:t>a partir de sua função de produção e dos custos de demanda por fatores produtivos:</a:t>
            </a:r>
          </a:p>
          <a:p>
            <a:pPr marL="114300" indent="0"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  <a:buNone/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pPr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pPr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</a:pPr>
            <a:r>
              <a:rPr lang="pt-BR" sz="16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Gotham Book" panose="02000604030000020004" pitchFamily="2" charset="0"/>
              </a:rPr>
              <a:t>E as </a:t>
            </a:r>
            <a:r>
              <a:rPr lang="pt-BR" sz="1600" b="1" noProof="0" dirty="0">
                <a:solidFill>
                  <a:schemeClr val="accent1">
                    <a:lumMod val="75000"/>
                  </a:schemeClr>
                </a:solidFill>
                <a:latin typeface="Gotham Book" panose="02000604030000020004" pitchFamily="2" charset="0"/>
              </a:rPr>
              <a:t>condições de primeira ordem </a:t>
            </a:r>
            <a:r>
              <a:rPr lang="pt-BR" sz="16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Gotham Book" panose="02000604030000020004" pitchFamily="2" charset="0"/>
              </a:rPr>
              <a:t>são:</a:t>
            </a:r>
          </a:p>
          <a:p>
            <a:pPr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pPr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pPr marL="114300" indent="0"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  <a:buNone/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pPr marL="114300" indent="0"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  <a:buNone/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pPr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</a:pPr>
            <a:r>
              <a:rPr lang="pt-BR" sz="16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Gotham Book" panose="02000604030000020004" pitchFamily="2" charset="0"/>
              </a:rPr>
              <a:t>Considerando que estamos num mercado de concorrência perfeita, </a:t>
            </a:r>
            <a:r>
              <a:rPr lang="pt-BR" sz="1600" b="1" noProof="0" dirty="0">
                <a:solidFill>
                  <a:schemeClr val="accent1">
                    <a:lumMod val="75000"/>
                  </a:schemeClr>
                </a:solidFill>
                <a:latin typeface="Gotham Book" panose="02000604030000020004" pitchFamily="2" charset="0"/>
              </a:rPr>
              <a:t>os preços dos fatores de produção são iguais à produtividade marginal de cada um desses fatores</a:t>
            </a:r>
            <a:r>
              <a:rPr lang="pt-BR" sz="16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Gotham Book" panose="02000604030000020004" pitchFamily="2" charset="0"/>
              </a:rPr>
              <a:t>. </a:t>
            </a:r>
          </a:p>
          <a:p>
            <a:pPr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pPr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pPr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pPr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pPr marL="114300" indent="0"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  <a:buNone/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a 2">
                <a:extLst>
                  <a:ext uri="{FF2B5EF4-FFF2-40B4-BE49-F238E27FC236}">
                    <a16:creationId xmlns:a16="http://schemas.microsoft.com/office/drawing/2014/main" id="{7C5C22CA-5145-1017-3231-6BA2010F05A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17791236"/>
                  </p:ext>
                </p:extLst>
              </p:nvPr>
            </p:nvGraphicFramePr>
            <p:xfrm>
              <a:off x="2106828" y="2645641"/>
              <a:ext cx="8127999" cy="64649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46279">
                      <a:extLst>
                        <a:ext uri="{9D8B030D-6E8A-4147-A177-3AD203B41FA5}">
                          <a16:colId xmlns:a16="http://schemas.microsoft.com/office/drawing/2014/main" val="3336428242"/>
                        </a:ext>
                      </a:extLst>
                    </a:gridCol>
                    <a:gridCol w="7315200">
                      <a:extLst>
                        <a:ext uri="{9D8B030D-6E8A-4147-A177-3AD203B41FA5}">
                          <a16:colId xmlns:a16="http://schemas.microsoft.com/office/drawing/2014/main" val="322572106"/>
                        </a:ext>
                      </a:extLst>
                    </a:gridCol>
                    <a:gridCol w="566520">
                      <a:extLst>
                        <a:ext uri="{9D8B030D-6E8A-4147-A177-3AD203B41FA5}">
                          <a16:colId xmlns:a16="http://schemas.microsoft.com/office/drawing/2014/main" val="393348593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pt-BR" noProof="0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114300" indent="0" algn="just">
                            <a:spcBef>
                              <a:spcPts val="0"/>
                            </a:spcBef>
                            <a:spcAft>
                              <a:spcPts val="1200"/>
                            </a:spcAft>
                            <a:buClr>
                              <a:schemeClr val="accent1">
                                <a:lumMod val="75000"/>
                              </a:schemeClr>
                            </a:buCl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unc>
                                  <m:funcPr>
                                    <m:ctrlPr>
                                      <a:rPr lang="pt-BR" sz="1800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limLow>
                                      <m:limLowPr>
                                        <m:ctrlPr>
                                          <a:rPr lang="pt-BR" sz="1800" b="0" i="1" noProof="0" smtClean="0"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limLow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pt-BR" sz="1800" b="0" i="0" noProof="0" smtClean="0"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max</m:t>
                                        </m:r>
                                      </m:e>
                                      <m:lim>
                                        <m:d>
                                          <m:dPr>
                                            <m:begChr m:val="{"/>
                                            <m:endChr m:val="}"/>
                                            <m:ctrlPr>
                                              <a:rPr lang="pt-BR" sz="1800" b="0" i="1" noProof="0" smtClean="0">
                                                <a:solidFill>
                                                  <a:schemeClr val="tx1">
                                                    <a:lumMod val="75000"/>
                                                    <a:lumOff val="2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pt-BR" sz="1800" b="0" i="1" noProof="0" smtClean="0">
                                                    <a:solidFill>
                                                      <a:schemeClr val="tx1">
                                                        <a:lumMod val="75000"/>
                                                        <a:lumOff val="25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pt-BR" sz="1800" b="0" i="1" noProof="0" smtClean="0">
                                                    <a:solidFill>
                                                      <a:schemeClr val="tx1">
                                                        <a:lumMod val="75000"/>
                                                        <a:lumOff val="25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𝐾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pt-BR" sz="1800" b="0" i="1" noProof="0" smtClean="0">
                                                    <a:solidFill>
                                                      <a:schemeClr val="tx1">
                                                        <a:lumMod val="75000"/>
                                                        <a:lumOff val="25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𝑡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pt-BR" sz="1800" b="0" i="1" noProof="0" smtClean="0">
                                                <a:solidFill>
                                                  <a:schemeClr val="tx1">
                                                    <a:lumMod val="75000"/>
                                                    <a:lumOff val="2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,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pt-BR" sz="1800" b="0" i="1" noProof="0" smtClean="0">
                                                    <a:solidFill>
                                                      <a:schemeClr val="tx1">
                                                        <a:lumMod val="75000"/>
                                                        <a:lumOff val="25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pt-BR" sz="1800" b="0" i="1" noProof="0" smtClean="0">
                                                    <a:solidFill>
                                                      <a:schemeClr val="tx1">
                                                        <a:lumMod val="75000"/>
                                                        <a:lumOff val="25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𝐿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pt-BR" sz="1800" b="0" i="1" noProof="0" smtClean="0">
                                                    <a:solidFill>
                                                      <a:schemeClr val="tx1">
                                                        <a:lumMod val="75000"/>
                                                        <a:lumOff val="25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𝑡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</m:lim>
                                    </m:limLow>
                                    <m:r>
                                      <a:rPr lang="pt-BR" sz="1800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sSub>
                                      <m:sSubPr>
                                        <m:ctrlPr>
                                          <a:rPr lang="pt-BR" sz="1800" b="0" i="1" noProof="0" smtClean="0"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pt-BR" sz="1800" b="0" i="0" noProof="0" smtClean="0"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Π</m:t>
                                        </m:r>
                                      </m:e>
                                      <m:sub>
                                        <m:r>
                                          <a:rPr lang="pt-BR" sz="1800" b="0" i="1" noProof="0" smtClean="0"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  <m:r>
                                      <a:rPr lang="pt-BR" sz="1800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</m:fName>
                                  <m:e>
                                    <m:sSub>
                                      <m:sSubPr>
                                        <m:ctrlPr>
                                          <a:rPr lang="pt-BR" sz="1800" b="0" i="1" noProof="0" smtClean="0"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sz="1800" b="0" i="1" noProof="0" smtClean="0"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  <m:sub>
                                        <m:r>
                                          <a:rPr lang="pt-BR" sz="1800" b="0" i="1" noProof="0" smtClean="0"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  <m:sSubSup>
                                      <m:sSubSupPr>
                                        <m:ctrlPr>
                                          <a:rPr lang="pt-BR" sz="1800" b="0" i="1" noProof="0" smtClean="0"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pt-BR" sz="1800" b="0" i="1" noProof="0" smtClean="0"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𝐾</m:t>
                                        </m:r>
                                      </m:e>
                                      <m:sub>
                                        <m:r>
                                          <a:rPr lang="pt-BR" sz="1800" b="0" i="1" noProof="0" smtClean="0"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  <m:sup>
                                        <m:r>
                                          <a:rPr lang="pt-BR" sz="1800" b="0" i="1" noProof="0" smtClean="0"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sup>
                                    </m:sSubSup>
                                    <m:sSubSup>
                                      <m:sSubSupPr>
                                        <m:ctrlPr>
                                          <a:rPr lang="pt-BR" sz="1800" b="0" i="1" noProof="0" smtClean="0"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pt-BR" sz="1800" b="0" i="1" noProof="0" smtClean="0"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𝐿</m:t>
                                        </m:r>
                                      </m:e>
                                      <m:sub>
                                        <m:r>
                                          <a:rPr lang="pt-BR" sz="1800" b="0" i="1" noProof="0" smtClean="0"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  <m:sup>
                                        <m:r>
                                          <a:rPr lang="pt-BR" sz="1800" b="0" i="1" noProof="0" smtClean="0"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1−</m:t>
                                        </m:r>
                                        <m:r>
                                          <a:rPr lang="pt-BR" sz="1800" b="0" i="1" noProof="0" smtClean="0"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sup>
                                    </m:sSubSup>
                                    <m:r>
                                      <a:rPr lang="pt-BR" sz="1800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−</m:t>
                                    </m:r>
                                    <m:sSub>
                                      <m:sSubPr>
                                        <m:ctrlPr>
                                          <a:rPr lang="pt-BR" sz="1800" b="0" i="1" noProof="0" smtClean="0"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sz="1800" b="0" i="1" noProof="0" smtClean="0"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pt-BR" sz="1800" b="0" i="1" noProof="0" smtClean="0"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pt-BR" sz="1800" b="0" i="1" noProof="0" smtClean="0"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sz="1800" b="0" i="1" noProof="0" smtClean="0"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𝐿</m:t>
                                        </m:r>
                                      </m:e>
                                      <m:sub>
                                        <m:r>
                                          <a:rPr lang="pt-BR" sz="1800" b="0" i="1" noProof="0" smtClean="0"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  <m:r>
                                      <a:rPr lang="pt-BR" sz="1800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pt-BR" sz="1800" b="0" i="1" noProof="0" smtClean="0"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sz="1800" b="0" i="1" noProof="0" smtClean="0"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e>
                                      <m:sub>
                                        <m:r>
                                          <a:rPr lang="pt-BR" sz="1800" b="0" i="1" noProof="0" smtClean="0"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pt-BR" sz="1800" b="0" i="1" noProof="0" smtClean="0"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sz="1800" b="0" i="1" noProof="0" smtClean="0"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𝐾</m:t>
                                        </m:r>
                                      </m:e>
                                      <m:sub>
                                        <m:r>
                                          <a:rPr lang="pt-BR" sz="1800" b="0" i="1" noProof="0" smtClean="0"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  <m:r>
                                      <a:rPr lang="pt-BR" sz="1800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pt-BR" sz="1800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𝛿</m:t>
                                    </m:r>
                                    <m:sSub>
                                      <m:sSubPr>
                                        <m:ctrlPr>
                                          <a:rPr lang="pt-BR" sz="1800" b="0" i="1" noProof="0" smtClean="0"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sz="1800" b="0" i="1" noProof="0" smtClean="0"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𝐾</m:t>
                                        </m:r>
                                      </m:e>
                                      <m:sub>
                                        <m:r>
                                          <a:rPr lang="pt-BR" sz="1800" b="0" i="1" noProof="0" smtClean="0"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</m:e>
                                </m:func>
                                <m:r>
                                  <a:rPr lang="pt-BR" b="1" i="1" noProof="0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pt-BR" noProof="0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BR" sz="1600" b="0" i="0" noProof="0" dirty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Gotham Light" pitchFamily="2" charset="0"/>
                            </a:rPr>
                            <a:t>(8)</a:t>
                          </a:r>
                          <a:endParaRPr lang="pt-BR" sz="1600" noProof="0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893949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a 2">
                <a:extLst>
                  <a:ext uri="{FF2B5EF4-FFF2-40B4-BE49-F238E27FC236}">
                    <a16:creationId xmlns:a16="http://schemas.microsoft.com/office/drawing/2014/main" id="{7C5C22CA-5145-1017-3231-6BA2010F05A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17791236"/>
                  </p:ext>
                </p:extLst>
              </p:nvPr>
            </p:nvGraphicFramePr>
            <p:xfrm>
              <a:off x="2106828" y="2645641"/>
              <a:ext cx="8127999" cy="64649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46279">
                      <a:extLst>
                        <a:ext uri="{9D8B030D-6E8A-4147-A177-3AD203B41FA5}">
                          <a16:colId xmlns:a16="http://schemas.microsoft.com/office/drawing/2014/main" val="3336428242"/>
                        </a:ext>
                      </a:extLst>
                    </a:gridCol>
                    <a:gridCol w="7315200">
                      <a:extLst>
                        <a:ext uri="{9D8B030D-6E8A-4147-A177-3AD203B41FA5}">
                          <a16:colId xmlns:a16="http://schemas.microsoft.com/office/drawing/2014/main" val="322572106"/>
                        </a:ext>
                      </a:extLst>
                    </a:gridCol>
                    <a:gridCol w="566520">
                      <a:extLst>
                        <a:ext uri="{9D8B030D-6E8A-4147-A177-3AD203B41FA5}">
                          <a16:colId xmlns:a16="http://schemas.microsoft.com/office/drawing/2014/main" val="3933485931"/>
                        </a:ext>
                      </a:extLst>
                    </a:gridCol>
                  </a:tblGrid>
                  <a:tr h="646494">
                    <a:tc>
                      <a:txBody>
                        <a:bodyPr/>
                        <a:lstStyle/>
                        <a:p>
                          <a:endParaRPr lang="pt-BR" noProof="0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3414" t="-926" r="-8160" b="-37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BR" sz="1600" b="0" i="0" noProof="0" dirty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Gotham Light" pitchFamily="2" charset="0"/>
                            </a:rPr>
                            <a:t>(8)</a:t>
                          </a:r>
                          <a:endParaRPr lang="pt-BR" sz="1600" noProof="0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893949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a 3">
                <a:extLst>
                  <a:ext uri="{FF2B5EF4-FFF2-40B4-BE49-F238E27FC236}">
                    <a16:creationId xmlns:a16="http://schemas.microsoft.com/office/drawing/2014/main" id="{3C9F4AA8-B20B-FF76-EEA3-252E39DDEA8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18716853"/>
                  </p:ext>
                </p:extLst>
              </p:nvPr>
            </p:nvGraphicFramePr>
            <p:xfrm>
              <a:off x="2026271" y="3715618"/>
              <a:ext cx="8208556" cy="52082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48720">
                      <a:extLst>
                        <a:ext uri="{9D8B030D-6E8A-4147-A177-3AD203B41FA5}">
                          <a16:colId xmlns:a16="http://schemas.microsoft.com/office/drawing/2014/main" val="3336428242"/>
                        </a:ext>
                      </a:extLst>
                    </a:gridCol>
                    <a:gridCol w="7387701">
                      <a:extLst>
                        <a:ext uri="{9D8B030D-6E8A-4147-A177-3AD203B41FA5}">
                          <a16:colId xmlns:a16="http://schemas.microsoft.com/office/drawing/2014/main" val="322572106"/>
                        </a:ext>
                      </a:extLst>
                    </a:gridCol>
                    <a:gridCol w="572135">
                      <a:extLst>
                        <a:ext uri="{9D8B030D-6E8A-4147-A177-3AD203B41FA5}">
                          <a16:colId xmlns:a16="http://schemas.microsoft.com/office/drawing/2014/main" val="393348593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pt-BR" noProof="0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114300" indent="0" algn="just">
                            <a:spcBef>
                              <a:spcPts val="0"/>
                            </a:spcBef>
                            <a:spcAft>
                              <a:spcPts val="1200"/>
                            </a:spcAft>
                            <a:buClr>
                              <a:schemeClr val="accent1">
                                <a:lumMod val="75000"/>
                              </a:schemeClr>
                            </a:buCl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pt-BR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pt-BR" b="0" i="1" noProof="0" smtClean="0"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b="0" i="1" noProof="0" smtClean="0"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𝐾</m:t>
                                        </m:r>
                                      </m:e>
                                      <m:sub>
                                        <m:r>
                                          <a:rPr lang="pt-BR" b="0" i="1" noProof="0" smtClean="0"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pt-BR" b="0" i="1" noProof="0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:</m:t>
                                </m:r>
                                <m:sSub>
                                  <m:sSubPr>
                                    <m:ctrlPr>
                                      <a:rPr lang="pt-BR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pt-BR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pt-BR" b="0" i="1" noProof="0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pt-BR" b="0" i="1" noProof="0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𝛼</m:t>
                                </m:r>
                                <m:sSub>
                                  <m:sSubPr>
                                    <m:ctrlPr>
                                      <a:rPr lang="pt-BR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pt-BR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sSubSup>
                                  <m:sSubSupPr>
                                    <m:ctrlPr>
                                      <a:rPr lang="pt-BR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pt-BR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pt-BR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  <m:sup>
                                    <m:r>
                                      <a:rPr lang="pt-BR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𝛼</m:t>
                                    </m:r>
                                    <m:r>
                                      <a:rPr lang="pt-BR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−1</m:t>
                                    </m:r>
                                  </m:sup>
                                </m:sSubSup>
                                <m:r>
                                  <a:rPr lang="pt-BR" b="0" i="1" noProof="0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pt-BR" b="0" i="1" noProof="0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𝛿</m:t>
                                </m:r>
                                <m:r>
                                  <a:rPr lang="pt-BR" b="0" i="1" noProof="0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pt-BR" b="0" noProof="0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BR" sz="1600" b="0" i="0" noProof="0" dirty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Gotham Light" pitchFamily="2" charset="0"/>
                            </a:rPr>
                            <a:t>(9)</a:t>
                          </a:r>
                          <a:endParaRPr lang="pt-BR" sz="1600" noProof="0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893949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a 3">
                <a:extLst>
                  <a:ext uri="{FF2B5EF4-FFF2-40B4-BE49-F238E27FC236}">
                    <a16:creationId xmlns:a16="http://schemas.microsoft.com/office/drawing/2014/main" id="{3C9F4AA8-B20B-FF76-EEA3-252E39DDEA8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18716853"/>
                  </p:ext>
                </p:extLst>
              </p:nvPr>
            </p:nvGraphicFramePr>
            <p:xfrm>
              <a:off x="2026271" y="3715618"/>
              <a:ext cx="8208556" cy="52082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48720">
                      <a:extLst>
                        <a:ext uri="{9D8B030D-6E8A-4147-A177-3AD203B41FA5}">
                          <a16:colId xmlns:a16="http://schemas.microsoft.com/office/drawing/2014/main" val="3336428242"/>
                        </a:ext>
                      </a:extLst>
                    </a:gridCol>
                    <a:gridCol w="7387701">
                      <a:extLst>
                        <a:ext uri="{9D8B030D-6E8A-4147-A177-3AD203B41FA5}">
                          <a16:colId xmlns:a16="http://schemas.microsoft.com/office/drawing/2014/main" val="322572106"/>
                        </a:ext>
                      </a:extLst>
                    </a:gridCol>
                    <a:gridCol w="572135">
                      <a:extLst>
                        <a:ext uri="{9D8B030D-6E8A-4147-A177-3AD203B41FA5}">
                          <a16:colId xmlns:a16="http://schemas.microsoft.com/office/drawing/2014/main" val="3933485931"/>
                        </a:ext>
                      </a:extLst>
                    </a:gridCol>
                  </a:tblGrid>
                  <a:tr h="520827">
                    <a:tc>
                      <a:txBody>
                        <a:bodyPr/>
                        <a:lstStyle/>
                        <a:p>
                          <a:endParaRPr lang="pt-BR" noProof="0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5"/>
                          <a:stretch>
                            <a:fillRect l="-3465" t="-1163" r="-8168" b="-58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BR" sz="1600" b="0" i="0" noProof="0" dirty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Gotham Light" pitchFamily="2" charset="0"/>
                            </a:rPr>
                            <a:t>(9)</a:t>
                          </a:r>
                          <a:endParaRPr lang="pt-BR" sz="1600" noProof="0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893949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a 1">
                <a:extLst>
                  <a:ext uri="{FF2B5EF4-FFF2-40B4-BE49-F238E27FC236}">
                    <a16:creationId xmlns:a16="http://schemas.microsoft.com/office/drawing/2014/main" id="{AE435712-431E-228C-C474-C52654DE5CA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51975850"/>
                  </p:ext>
                </p:extLst>
              </p:nvPr>
            </p:nvGraphicFramePr>
            <p:xfrm>
              <a:off x="2026270" y="4367744"/>
              <a:ext cx="8208557" cy="5181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48720">
                      <a:extLst>
                        <a:ext uri="{9D8B030D-6E8A-4147-A177-3AD203B41FA5}">
                          <a16:colId xmlns:a16="http://schemas.microsoft.com/office/drawing/2014/main" val="3336428242"/>
                        </a:ext>
                      </a:extLst>
                    </a:gridCol>
                    <a:gridCol w="7197581">
                      <a:extLst>
                        <a:ext uri="{9D8B030D-6E8A-4147-A177-3AD203B41FA5}">
                          <a16:colId xmlns:a16="http://schemas.microsoft.com/office/drawing/2014/main" val="322572106"/>
                        </a:ext>
                      </a:extLst>
                    </a:gridCol>
                    <a:gridCol w="762256">
                      <a:extLst>
                        <a:ext uri="{9D8B030D-6E8A-4147-A177-3AD203B41FA5}">
                          <a16:colId xmlns:a16="http://schemas.microsoft.com/office/drawing/2014/main" val="393348593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pt-BR" noProof="0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114300" indent="0" algn="just">
                            <a:spcBef>
                              <a:spcPts val="0"/>
                            </a:spcBef>
                            <a:spcAft>
                              <a:spcPts val="1200"/>
                            </a:spcAft>
                            <a:buClr>
                              <a:schemeClr val="accent1">
                                <a:lumMod val="75000"/>
                              </a:schemeClr>
                            </a:buCl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pt-BR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pt-BR" b="0" i="1" noProof="0" smtClean="0"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b="0" i="1" noProof="0" smtClean="0"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𝐿</m:t>
                                        </m:r>
                                      </m:e>
                                      <m:sub>
                                        <m:r>
                                          <a:rPr lang="pt-BR" b="0" i="1" noProof="0" smtClean="0"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pt-BR" b="0" i="1" noProof="0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:</m:t>
                                </m:r>
                                <m:sSub>
                                  <m:sSubPr>
                                    <m:ctrlPr>
                                      <a:rPr lang="pt-BR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pt-BR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pt-BR" b="0" i="1" noProof="0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pt-BR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1−</m:t>
                                    </m:r>
                                    <m:r>
                                      <a:rPr lang="pt-BR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d>
                                <m:sSub>
                                  <m:sSubPr>
                                    <m:ctrlPr>
                                      <a:rPr lang="pt-BR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pt-BR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sSubSup>
                                  <m:sSubSupPr>
                                    <m:ctrlPr>
                                      <a:rPr lang="pt-BR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pt-BR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pt-BR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  <m:sup>
                                    <m:r>
                                      <a:rPr lang="pt-BR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𝛼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pt-BR" b="0" noProof="0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BR" sz="1600" b="0" i="0" noProof="0" dirty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Gotham Light" pitchFamily="2" charset="0"/>
                            </a:rPr>
                            <a:t>(10)</a:t>
                          </a:r>
                          <a:endParaRPr lang="pt-BR" sz="1600" noProof="0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893949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a 1">
                <a:extLst>
                  <a:ext uri="{FF2B5EF4-FFF2-40B4-BE49-F238E27FC236}">
                    <a16:creationId xmlns:a16="http://schemas.microsoft.com/office/drawing/2014/main" id="{AE435712-431E-228C-C474-C52654DE5CA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51975850"/>
                  </p:ext>
                </p:extLst>
              </p:nvPr>
            </p:nvGraphicFramePr>
            <p:xfrm>
              <a:off x="2026270" y="4367744"/>
              <a:ext cx="8208557" cy="5181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48720">
                      <a:extLst>
                        <a:ext uri="{9D8B030D-6E8A-4147-A177-3AD203B41FA5}">
                          <a16:colId xmlns:a16="http://schemas.microsoft.com/office/drawing/2014/main" val="3336428242"/>
                        </a:ext>
                      </a:extLst>
                    </a:gridCol>
                    <a:gridCol w="7197581">
                      <a:extLst>
                        <a:ext uri="{9D8B030D-6E8A-4147-A177-3AD203B41FA5}">
                          <a16:colId xmlns:a16="http://schemas.microsoft.com/office/drawing/2014/main" val="322572106"/>
                        </a:ext>
                      </a:extLst>
                    </a:gridCol>
                    <a:gridCol w="762256">
                      <a:extLst>
                        <a:ext uri="{9D8B030D-6E8A-4147-A177-3AD203B41FA5}">
                          <a16:colId xmlns:a16="http://schemas.microsoft.com/office/drawing/2014/main" val="3933485931"/>
                        </a:ext>
                      </a:extLst>
                    </a:gridCol>
                  </a:tblGrid>
                  <a:tr h="518160">
                    <a:tc>
                      <a:txBody>
                        <a:bodyPr/>
                        <a:lstStyle/>
                        <a:p>
                          <a:endParaRPr lang="pt-BR" noProof="0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6"/>
                          <a:stretch>
                            <a:fillRect l="-3556" t="-1163" r="-11008" b="-46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BR" sz="1600" b="0" i="0" noProof="0" dirty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Gotham Light" pitchFamily="2" charset="0"/>
                            </a:rPr>
                            <a:t>(10)</a:t>
                          </a:r>
                          <a:endParaRPr lang="pt-BR" sz="1600" noProof="0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893949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504604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14D2D1F-9B27-5C89-1355-5B3387B959A7}"/>
              </a:ext>
            </a:extLst>
          </p:cNvPr>
          <p:cNvSpPr/>
          <p:nvPr/>
        </p:nvSpPr>
        <p:spPr>
          <a:xfrm>
            <a:off x="616180" y="4010919"/>
            <a:ext cx="6475284" cy="296330"/>
          </a:xfrm>
          <a:custGeom>
            <a:avLst/>
            <a:gdLst>
              <a:gd name="csX0" fmla="*/ 0 w 6475284"/>
              <a:gd name="csY0" fmla="*/ 0 h 296330"/>
              <a:gd name="csX1" fmla="*/ 6475284 w 6475284"/>
              <a:gd name="csY1" fmla="*/ 0 h 296330"/>
              <a:gd name="csX2" fmla="*/ 6475284 w 6475284"/>
              <a:gd name="csY2" fmla="*/ 296330 h 296330"/>
              <a:gd name="csX3" fmla="*/ 0 w 6475284"/>
              <a:gd name="csY3" fmla="*/ 296330 h 296330"/>
              <a:gd name="csX4" fmla="*/ 0 w 6475284"/>
              <a:gd name="csY4" fmla="*/ 0 h 29633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475284" h="296330" fill="none" extrusionOk="0">
                <a:moveTo>
                  <a:pt x="0" y="0"/>
                </a:moveTo>
                <a:cubicBezTo>
                  <a:pt x="664822" y="-109183"/>
                  <a:pt x="3659647" y="-163229"/>
                  <a:pt x="6475284" y="0"/>
                </a:cubicBezTo>
                <a:cubicBezTo>
                  <a:pt x="6480739" y="34486"/>
                  <a:pt x="6492899" y="233745"/>
                  <a:pt x="6475284" y="296330"/>
                </a:cubicBezTo>
                <a:cubicBezTo>
                  <a:pt x="3473485" y="238722"/>
                  <a:pt x="1329193" y="421221"/>
                  <a:pt x="0" y="296330"/>
                </a:cubicBezTo>
                <a:cubicBezTo>
                  <a:pt x="-9837" y="184205"/>
                  <a:pt x="206" y="69926"/>
                  <a:pt x="0" y="0"/>
                </a:cubicBezTo>
                <a:close/>
              </a:path>
              <a:path w="6475284" h="296330" stroke="0" extrusionOk="0">
                <a:moveTo>
                  <a:pt x="0" y="0"/>
                </a:moveTo>
                <a:cubicBezTo>
                  <a:pt x="711049" y="-112441"/>
                  <a:pt x="4896104" y="65671"/>
                  <a:pt x="6475284" y="0"/>
                </a:cubicBezTo>
                <a:cubicBezTo>
                  <a:pt x="6499933" y="123424"/>
                  <a:pt x="6497871" y="264601"/>
                  <a:pt x="6475284" y="296330"/>
                </a:cubicBezTo>
                <a:cubicBezTo>
                  <a:pt x="5465548" y="324062"/>
                  <a:pt x="678398" y="135395"/>
                  <a:pt x="0" y="296330"/>
                </a:cubicBezTo>
                <a:cubicBezTo>
                  <a:pt x="-17871" y="205506"/>
                  <a:pt x="-25161" y="65157"/>
                  <a:pt x="0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31825359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27EA2D6-94E8-02F4-2045-E51E5991C57B}"/>
              </a:ext>
            </a:extLst>
          </p:cNvPr>
          <p:cNvSpPr txBox="1"/>
          <p:nvPr/>
        </p:nvSpPr>
        <p:spPr>
          <a:xfrm>
            <a:off x="616180" y="3048463"/>
            <a:ext cx="78979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pt-BR" sz="4400" b="1" spc="300" noProof="0" dirty="0">
                <a:solidFill>
                  <a:schemeClr val="accent1">
                    <a:lumMod val="75000"/>
                  </a:schemeClr>
                </a:solidFill>
                <a:latin typeface="Gotham Bold" panose="02000604030000020004" pitchFamily="2" charset="0"/>
                <a:cs typeface="Arial" panose="020B0604020202020204" pitchFamily="34" charset="0"/>
              </a:rPr>
              <a:t>Caracterização da solução</a:t>
            </a:r>
          </a:p>
        </p:txBody>
      </p:sp>
      <p:pic>
        <p:nvPicPr>
          <p:cNvPr id="2" name="Imagen 89">
            <a:extLst>
              <a:ext uri="{FF2B5EF4-FFF2-40B4-BE49-F238E27FC236}">
                <a16:creationId xmlns:a16="http://schemas.microsoft.com/office/drawing/2014/main" id="{6E9B8791-2F98-F2A8-671E-D28C5BE991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8336" y="6350242"/>
            <a:ext cx="780356" cy="365792"/>
          </a:xfrm>
          <a:prstGeom prst="rect">
            <a:avLst/>
          </a:prstGeom>
        </p:spPr>
      </p:pic>
      <p:grpSp>
        <p:nvGrpSpPr>
          <p:cNvPr id="3" name="Grupo 83">
            <a:extLst>
              <a:ext uri="{FF2B5EF4-FFF2-40B4-BE49-F238E27FC236}">
                <a16:creationId xmlns:a16="http://schemas.microsoft.com/office/drawing/2014/main" id="{37424022-95A0-A850-8C0B-25C91CD32064}"/>
              </a:ext>
            </a:extLst>
          </p:cNvPr>
          <p:cNvGrpSpPr/>
          <p:nvPr/>
        </p:nvGrpSpPr>
        <p:grpSpPr>
          <a:xfrm>
            <a:off x="0" y="6457233"/>
            <a:ext cx="401934" cy="326337"/>
            <a:chOff x="0" y="6457233"/>
            <a:chExt cx="401934" cy="326337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9" name="Rectángulo redondeado 1">
              <a:extLst>
                <a:ext uri="{FF2B5EF4-FFF2-40B4-BE49-F238E27FC236}">
                  <a16:creationId xmlns:a16="http://schemas.microsoft.com/office/drawing/2014/main" id="{C928ECD1-CD21-A264-12D1-CBD432AD09C2}"/>
                </a:ext>
              </a:extLst>
            </p:cNvPr>
            <p:cNvSpPr/>
            <p:nvPr/>
          </p:nvSpPr>
          <p:spPr>
            <a:xfrm>
              <a:off x="0" y="6457233"/>
              <a:ext cx="401934" cy="326337"/>
            </a:xfrm>
            <a:prstGeom prst="flowChartDelay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CuadroTexto 85">
              <a:extLst>
                <a:ext uri="{FF2B5EF4-FFF2-40B4-BE49-F238E27FC236}">
                  <a16:creationId xmlns:a16="http://schemas.microsoft.com/office/drawing/2014/main" id="{A782674D-27E0-234F-0F8B-597649689C44}"/>
                </a:ext>
              </a:extLst>
            </p:cNvPr>
            <p:cNvSpPr txBox="1"/>
            <p:nvPr/>
          </p:nvSpPr>
          <p:spPr>
            <a:xfrm>
              <a:off x="15073" y="6489596"/>
              <a:ext cx="263223" cy="2616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ok" panose="02000604040000020004" pitchFamily="50" charset="0"/>
                  <a:ea typeface="+mn-ea"/>
                  <a:cs typeface="+mn-cs"/>
                </a:rPr>
                <a:t>6</a:t>
              </a:r>
            </a:p>
          </p:txBody>
        </p:sp>
      </p:grpSp>
      <p:sp>
        <p:nvSpPr>
          <p:cNvPr id="12" name="Slide Number Placeholder 13">
            <a:extLst>
              <a:ext uri="{FF2B5EF4-FFF2-40B4-BE49-F238E27FC236}">
                <a16:creationId xmlns:a16="http://schemas.microsoft.com/office/drawing/2014/main" id="{E85B0778-D1A9-DEE6-DCA9-C9BFCF5FE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507601"/>
            <a:ext cx="321383" cy="225600"/>
          </a:xfrm>
          <a:solidFill>
            <a:srgbClr val="B4C7E7"/>
          </a:solidFill>
        </p:spPr>
        <p:txBody>
          <a:bodyPr/>
          <a:lstStyle/>
          <a:p>
            <a:pPr algn="ctr"/>
            <a:fld id="{EE745C5F-8F31-4318-ABF5-660B737895AE}" type="slidenum">
              <a:rPr lang="pt-BR" sz="1000" noProof="0" smtClean="0">
                <a:solidFill>
                  <a:schemeClr val="bg1"/>
                </a:solidFill>
                <a:latin typeface="Gotham Book" panose="02000604040000020004" pitchFamily="50" charset="0"/>
              </a:rPr>
              <a:pPr algn="ctr"/>
              <a:t>12</a:t>
            </a:fld>
            <a:endParaRPr lang="pt-BR" sz="1000" noProof="0" dirty="0">
              <a:solidFill>
                <a:schemeClr val="bg1"/>
              </a:solidFill>
              <a:latin typeface="Gotham Book" panose="02000604040000020004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1600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89">
            <a:extLst>
              <a:ext uri="{FF2B5EF4-FFF2-40B4-BE49-F238E27FC236}">
                <a16:creationId xmlns:a16="http://schemas.microsoft.com/office/drawing/2014/main" id="{5FED718F-9803-800A-F258-487CD4CACD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8336" y="6350242"/>
            <a:ext cx="780356" cy="365792"/>
          </a:xfrm>
          <a:prstGeom prst="rect">
            <a:avLst/>
          </a:prstGeom>
        </p:spPr>
      </p:pic>
      <p:sp>
        <p:nvSpPr>
          <p:cNvPr id="7" name="Rectángulo 5">
            <a:extLst>
              <a:ext uri="{FF2B5EF4-FFF2-40B4-BE49-F238E27FC236}">
                <a16:creationId xmlns:a16="http://schemas.microsoft.com/office/drawing/2014/main" id="{E0388FD9-EC60-F5FE-0362-6544841E372E}"/>
              </a:ext>
            </a:extLst>
          </p:cNvPr>
          <p:cNvSpPr/>
          <p:nvPr/>
        </p:nvSpPr>
        <p:spPr>
          <a:xfrm>
            <a:off x="346933" y="144104"/>
            <a:ext cx="55001" cy="42401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2" name="Grupo 83">
            <a:extLst>
              <a:ext uri="{FF2B5EF4-FFF2-40B4-BE49-F238E27FC236}">
                <a16:creationId xmlns:a16="http://schemas.microsoft.com/office/drawing/2014/main" id="{A4E3474D-8474-798A-0E6D-916DAC09142C}"/>
              </a:ext>
            </a:extLst>
          </p:cNvPr>
          <p:cNvGrpSpPr/>
          <p:nvPr/>
        </p:nvGrpSpPr>
        <p:grpSpPr>
          <a:xfrm>
            <a:off x="0" y="6457233"/>
            <a:ext cx="401934" cy="326337"/>
            <a:chOff x="0" y="6457233"/>
            <a:chExt cx="401934" cy="326337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13" name="Rectángulo redondeado 1">
              <a:extLst>
                <a:ext uri="{FF2B5EF4-FFF2-40B4-BE49-F238E27FC236}">
                  <a16:creationId xmlns:a16="http://schemas.microsoft.com/office/drawing/2014/main" id="{2E36149E-4F40-CC2F-C619-7D35A4F6D6C9}"/>
                </a:ext>
              </a:extLst>
            </p:cNvPr>
            <p:cNvSpPr/>
            <p:nvPr/>
          </p:nvSpPr>
          <p:spPr>
            <a:xfrm>
              <a:off x="0" y="6457233"/>
              <a:ext cx="401934" cy="326337"/>
            </a:xfrm>
            <a:prstGeom prst="flowChartDelay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CuadroTexto 85">
              <a:extLst>
                <a:ext uri="{FF2B5EF4-FFF2-40B4-BE49-F238E27FC236}">
                  <a16:creationId xmlns:a16="http://schemas.microsoft.com/office/drawing/2014/main" id="{1F92F7A6-0826-1FE4-6F5F-0A5263392AAF}"/>
                </a:ext>
              </a:extLst>
            </p:cNvPr>
            <p:cNvSpPr txBox="1"/>
            <p:nvPr/>
          </p:nvSpPr>
          <p:spPr>
            <a:xfrm>
              <a:off x="15073" y="6489596"/>
              <a:ext cx="263223" cy="2616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ok" panose="02000604040000020004" pitchFamily="50" charset="0"/>
                  <a:ea typeface="+mn-ea"/>
                  <a:cs typeface="+mn-cs"/>
                </a:rPr>
                <a:t>6</a:t>
              </a:r>
            </a:p>
          </p:txBody>
        </p:sp>
      </p:grpSp>
      <p:sp>
        <p:nvSpPr>
          <p:cNvPr id="17" name="Slide Number Placeholder 13">
            <a:extLst>
              <a:ext uri="{FF2B5EF4-FFF2-40B4-BE49-F238E27FC236}">
                <a16:creationId xmlns:a16="http://schemas.microsoft.com/office/drawing/2014/main" id="{78E6E173-70F3-B323-4B2B-D770A930D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507601"/>
            <a:ext cx="321383" cy="225600"/>
          </a:xfrm>
          <a:solidFill>
            <a:srgbClr val="B4C7E7"/>
          </a:solidFill>
        </p:spPr>
        <p:txBody>
          <a:bodyPr/>
          <a:lstStyle/>
          <a:p>
            <a:pPr algn="ctr"/>
            <a:fld id="{EE745C5F-8F31-4318-ABF5-660B737895AE}" type="slidenum">
              <a:rPr lang="pt-BR" sz="1000" noProof="0" smtClean="0">
                <a:solidFill>
                  <a:schemeClr val="bg1"/>
                </a:solidFill>
                <a:latin typeface="Gotham Book" panose="02000604040000020004" pitchFamily="50" charset="0"/>
              </a:rPr>
              <a:pPr algn="ctr"/>
              <a:t>13</a:t>
            </a:fld>
            <a:endParaRPr lang="pt-BR" sz="1000" noProof="0" dirty="0">
              <a:solidFill>
                <a:schemeClr val="bg1"/>
              </a:solidFill>
              <a:latin typeface="Gotham Book" panose="02000604040000020004" pitchFamily="50" charset="0"/>
            </a:endParaRPr>
          </a:p>
        </p:txBody>
      </p:sp>
      <p:sp>
        <p:nvSpPr>
          <p:cNvPr id="22" name="Título 1">
            <a:extLst>
              <a:ext uri="{FF2B5EF4-FFF2-40B4-BE49-F238E27FC236}">
                <a16:creationId xmlns:a16="http://schemas.microsoft.com/office/drawing/2014/main" id="{53331EDC-2B0E-6359-47A7-183566E32F07}"/>
              </a:ext>
            </a:extLst>
          </p:cNvPr>
          <p:cNvSpPr txBox="1">
            <a:spLocks/>
          </p:cNvSpPr>
          <p:nvPr/>
        </p:nvSpPr>
        <p:spPr bwMode="auto">
          <a:xfrm>
            <a:off x="1500717" y="830423"/>
            <a:ext cx="9190565" cy="859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21920" tIns="60960" rIns="121920" bIns="60960" numCol="1" anchor="ctr" anchorCtr="0" compatLnSpc="1">
            <a:prstTxWarp prst="textNoShape">
              <a:avLst/>
            </a:prstTxWarp>
          </a:bodyPr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pt-BR" sz="2800" b="1" noProof="0" dirty="0">
                <a:solidFill>
                  <a:schemeClr val="accent1">
                    <a:lumMod val="75000"/>
                  </a:schemeClr>
                </a:solidFill>
                <a:latin typeface="Gotham Black" panose="02000604040000020004" pitchFamily="50" charset="0"/>
              </a:rPr>
              <a:t>Caracterização da solução do modelo</a:t>
            </a:r>
            <a:endParaRPr lang="pt-BR" sz="3200" b="1" noProof="0" dirty="0">
              <a:solidFill>
                <a:schemeClr val="accent1">
                  <a:lumMod val="75000"/>
                </a:schemeClr>
              </a:solidFill>
              <a:latin typeface="Gotham Black" panose="02000604040000020004" pitchFamily="50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Marcador de contenido 2">
                <a:extLst>
                  <a:ext uri="{FF2B5EF4-FFF2-40B4-BE49-F238E27FC236}">
                    <a16:creationId xmlns:a16="http://schemas.microsoft.com/office/drawing/2014/main" id="{6DD32B08-5E7D-A192-C1F5-EB40CC3827C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6579" y="2283266"/>
                <a:ext cx="10471757" cy="361169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42900" algn="l" rtl="0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32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1pPr>
                <a:lvl2pPr marL="914400" marR="0" lvl="1" indent="-342900" algn="l" rtl="0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–"/>
                  <a:defRPr sz="2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2pPr>
                <a:lvl3pPr marL="1371600" marR="0" lvl="2" indent="-342900" algn="l" rtl="0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24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3pPr>
                <a:lvl4pPr marL="1828800" marR="0" lvl="3" indent="-342900" algn="l" rtl="0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–"/>
                  <a:defRPr sz="20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4pPr>
                <a:lvl5pPr marL="2286000" marR="0" lvl="4" indent="-342900" algn="l" rtl="0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»"/>
                  <a:defRPr sz="20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5pPr>
                <a:lvl6pPr marL="2743200" marR="0" lvl="5" indent="-342900" algn="l" rtl="0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20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6pPr>
                <a:lvl7pPr marL="3200400" marR="0" lvl="6" indent="-342900" algn="l" rtl="0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20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7pPr>
                <a:lvl8pPr marL="3657600" marR="0" lvl="7" indent="-342900" algn="l" rtl="0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20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8pPr>
                <a:lvl9pPr marL="4114800" marR="0" lvl="8" indent="-342900" algn="l" rtl="0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20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9pPr>
              </a:lstStyle>
              <a:p>
                <a:pPr marL="114300" indent="0" algn="just">
                  <a:spcBef>
                    <a:spcPts val="0"/>
                  </a:spcBef>
                  <a:spcAft>
                    <a:spcPts val="3600"/>
                  </a:spcAft>
                  <a:buClr>
                    <a:schemeClr val="accent1">
                      <a:lumMod val="75000"/>
                    </a:schemeClr>
                  </a:buClr>
                  <a:buNone/>
                </a:pPr>
                <a:r>
                  <a:rPr lang="pt-BR" sz="1800" noProof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Gotham Book" panose="02000604030000020004" pitchFamily="2" charset="0"/>
                  </a:rPr>
                  <a:t>Um equilíbrio nesta economia é uma sequência de preços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pt-BR" sz="1800" b="0" i="1" noProof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pt-BR" sz="1800" b="0" i="1" noProof="0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pt-BR" sz="1800" b="0" i="1" noProof="0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sz="1800" b="0" i="1" noProof="0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pt-BR" sz="1800" b="0" i="1" noProof="0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pt-BR" sz="1800" b="0" i="1" noProof="0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pt-BR" sz="1800" b="0" i="1" noProof="0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sz="1800" b="0" i="1" noProof="0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pt-BR" sz="1800" b="0" i="1" noProof="0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pt-BR" sz="1800" b="0" i="1" noProof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pt-BR" sz="1800" b="0" i="1" noProof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pt-BR" sz="1800" b="0" i="1" noProof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</m:sSubSup>
                  </m:oMath>
                </a14:m>
                <a:r>
                  <a:rPr lang="pt-BR" sz="1800" noProof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Gotham Book" panose="02000604030000020004" pitchFamily="2" charset="0"/>
                  </a:rPr>
                  <a:t> de tal forma que:</a:t>
                </a:r>
              </a:p>
              <a:p>
                <a:pPr algn="just">
                  <a:spcBef>
                    <a:spcPts val="0"/>
                  </a:spcBef>
                  <a:spcAft>
                    <a:spcPts val="3000"/>
                  </a:spcAft>
                  <a:buClr>
                    <a:schemeClr val="accent1">
                      <a:lumMod val="75000"/>
                    </a:schemeClr>
                  </a:buClr>
                </a:pPr>
                <a:r>
                  <a:rPr lang="pt-BR" sz="1800" noProof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Gotham Book" panose="02000604030000020004" pitchFamily="2" charset="0"/>
                  </a:rPr>
                  <a:t> Decisões de consumo, trabalho e acumulação de capital das famílias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pt-BR" sz="1800" b="0" i="1" noProof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pt-BR" sz="1800" b="0" i="1" noProof="0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pt-BR" sz="1800" b="0" i="1" noProof="0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sz="1800" b="0" i="1" noProof="0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pt-BR" sz="1800" b="0" i="1" noProof="0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pt-BR" sz="1800" b="0" i="1" noProof="0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pt-BR" sz="1800" b="0" i="1" noProof="0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sz="1800" b="0" i="1" noProof="0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e>
                              <m:sub>
                                <m:r>
                                  <a:rPr lang="pt-BR" sz="1800" b="0" i="1" noProof="0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pt-BR" sz="1800" b="0" i="1" noProof="0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pt-BR" sz="1800" b="0" i="1" noProof="0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sz="1800" b="0" i="1" noProof="0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pt-BR" sz="1800" b="0" i="1" noProof="0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pt-BR" sz="1800" b="0" i="1" noProof="0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pt-BR" sz="1800" b="0" i="1" noProof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pt-BR" sz="1800" b="0" i="1" noProof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pt-BR" sz="1800" b="0" i="1" noProof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</m:sSubSup>
                  </m:oMath>
                </a14:m>
                <a:r>
                  <a:rPr lang="pt-BR" sz="1800" noProof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Gotham Book" panose="02000604030000020004" pitchFamily="2" charset="0"/>
                  </a:rPr>
                  <a:t> é ótimo: </a:t>
                </a:r>
                <a14:m>
                  <m:oMath xmlns:m="http://schemas.openxmlformats.org/officeDocument/2006/math">
                    <m:r>
                      <a:rPr lang="pt-BR" sz="1800" b="0" i="1" noProof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pt-BR" sz="1800" b="0" i="1" noProof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800" b="0" i="1" noProof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pt-BR" sz="1800" b="0" i="1" noProof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pt-BR" sz="1800" b="0" i="1" noProof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pt-BR" sz="1800" noProof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Gotham Book" panose="02000604030000020004" pitchFamily="2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pt-BR" sz="1800" i="1" noProof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pt-BR" sz="1800" i="1" noProof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800" b="0" i="1" noProof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pt-BR" sz="1800" i="1" noProof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pt-BR" sz="1800" b="0" i="1" noProof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pt-BR" sz="1800" i="1" noProof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pt-BR" sz="1800" noProof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Gotham Book" panose="02000604030000020004" pitchFamily="2" charset="0"/>
                  </a:rPr>
                  <a:t>,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pt-BR" sz="1800" i="1" noProof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sz="1800" i="1" noProof="0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1800" b="0" i="1" noProof="0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pt-BR" sz="1800" i="1" noProof="0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r>
                  <a:rPr lang="pt-BR" sz="1800" noProof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Gotham Book" panose="02000604030000020004" pitchFamily="2" charset="0"/>
                  </a:rPr>
                  <a:t> y </a:t>
                </a:r>
                <a14:m>
                  <m:oMath xmlns:m="http://schemas.openxmlformats.org/officeDocument/2006/math">
                    <m:r>
                      <a:rPr lang="pt-BR" sz="1800" i="1" noProof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pt-BR" sz="1800" b="0" i="1" noProof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𝑇𝑉𝐶</m:t>
                    </m:r>
                    <m:r>
                      <a:rPr lang="pt-BR" sz="1800" i="1" noProof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pt-BR" sz="1800" noProof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Gotham Book" panose="02000604030000020004" pitchFamily="2" charset="0"/>
                  </a:rPr>
                  <a:t>.</a:t>
                </a:r>
              </a:p>
              <a:p>
                <a:pPr algn="just">
                  <a:spcBef>
                    <a:spcPts val="0"/>
                  </a:spcBef>
                  <a:spcAft>
                    <a:spcPts val="3000"/>
                  </a:spcAft>
                  <a:buClr>
                    <a:schemeClr val="accent1">
                      <a:lumMod val="75000"/>
                    </a:schemeClr>
                  </a:buClr>
                </a:pPr>
                <a:r>
                  <a:rPr lang="pt-BR" sz="1800" noProof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Gotham Book" panose="02000604030000020004" pitchFamily="2" charset="0"/>
                  </a:rPr>
                  <a:t>A decisão de procura de mão de obra e de capital da empresa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pt-BR" sz="1800" b="0" i="1" noProof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pt-BR" sz="1800" b="0" i="1" noProof="0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pt-BR" sz="1800" b="0" i="1" noProof="0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sz="1800" b="0" i="1" noProof="0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e>
                              <m:sub>
                                <m:r>
                                  <a:rPr lang="pt-BR" sz="1800" b="0" i="1" noProof="0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pt-BR" sz="1800" b="0" i="1" noProof="0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pt-BR" sz="1800" b="0" i="1" noProof="0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sz="1800" b="0" i="1" noProof="0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e>
                              <m:sub>
                                <m:r>
                                  <a:rPr lang="pt-BR" sz="1800" b="0" i="1" noProof="0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pt-BR" sz="1800" b="0" i="1" noProof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pt-BR" sz="1800" b="0" i="1" noProof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pt-BR" sz="1800" b="0" i="1" noProof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</m:sSubSup>
                  </m:oMath>
                </a14:m>
                <a:r>
                  <a:rPr lang="pt-BR" sz="1800" noProof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Gotham Book" panose="02000604030000020004" pitchFamily="2" charset="0"/>
                  </a:rPr>
                  <a:t> é ótima: </a:t>
                </a:r>
                <a14:m>
                  <m:oMath xmlns:m="http://schemas.openxmlformats.org/officeDocument/2006/math">
                    <m:r>
                      <a:rPr lang="pt-BR" sz="1800" i="1" noProof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pt-BR" sz="1800" i="1" noProof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800" b="0" i="1" noProof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pt-BR" sz="1800" i="1" noProof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pt-BR" sz="1800" i="1" noProof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pt-BR" sz="1800" noProof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Gotham Book" panose="02000604030000020004" pitchFamily="2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pt-BR" sz="1800" i="1" noProof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pt-BR" sz="1800" i="1" noProof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800" b="0" i="1" noProof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pt-BR" sz="1800" i="1" noProof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pt-BR" sz="1800" i="1" noProof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pt-BR" sz="1800" noProof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Gotham Book" panose="02000604030000020004" pitchFamily="2" charset="0"/>
                  </a:rPr>
                  <a:t>.</a:t>
                </a:r>
              </a:p>
              <a:p>
                <a:pPr algn="just">
                  <a:spcBef>
                    <a:spcPts val="0"/>
                  </a:spcBef>
                  <a:spcAft>
                    <a:spcPts val="3000"/>
                  </a:spcAft>
                  <a:buClr>
                    <a:schemeClr val="accent1">
                      <a:lumMod val="75000"/>
                    </a:schemeClr>
                  </a:buClr>
                </a:pPr>
                <a:r>
                  <a:rPr lang="pt-BR" sz="1800" noProof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Gotham Book" panose="02000604030000020004" pitchFamily="2" charset="0"/>
                  </a:rPr>
                  <a:t>Os mercados de bens, trabalho e rendimento estão em equilíbrio ou estão vazios. Note-se que, pela lei de </a:t>
                </a:r>
                <a:r>
                  <a:rPr lang="pt-BR" sz="1800" noProof="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Gotham Book" panose="02000604030000020004" pitchFamily="2" charset="0"/>
                  </a:rPr>
                  <a:t>Walras</a:t>
                </a:r>
                <a:r>
                  <a:rPr lang="pt-BR" sz="1800" noProof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Gotham Book" panose="02000604030000020004" pitchFamily="2" charset="0"/>
                  </a:rPr>
                  <a:t>, se dois mercados estiverem em equilíbrio, o terceiro estará em equilíbrio.</a:t>
                </a:r>
              </a:p>
              <a:p>
                <a:pPr algn="just">
                  <a:spcBef>
                    <a:spcPts val="0"/>
                  </a:spcBef>
                  <a:spcAft>
                    <a:spcPts val="1200"/>
                  </a:spcAft>
                  <a:buClr>
                    <a:schemeClr val="accent1">
                      <a:lumMod val="75000"/>
                    </a:schemeClr>
                  </a:buClr>
                </a:pPr>
                <a:endParaRPr lang="pt-BR" sz="180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otham Book" panose="02000604030000020004" pitchFamily="2" charset="0"/>
                </a:endParaRPr>
              </a:p>
              <a:p>
                <a:pPr algn="just">
                  <a:spcBef>
                    <a:spcPts val="0"/>
                  </a:spcBef>
                  <a:spcAft>
                    <a:spcPts val="1200"/>
                  </a:spcAft>
                  <a:buClr>
                    <a:schemeClr val="accent1">
                      <a:lumMod val="75000"/>
                    </a:schemeClr>
                  </a:buClr>
                </a:pPr>
                <a:endParaRPr lang="pt-BR" sz="180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otham Book" panose="02000604030000020004" pitchFamily="2" charset="0"/>
                </a:endParaRPr>
              </a:p>
              <a:p>
                <a:pPr algn="just">
                  <a:spcBef>
                    <a:spcPts val="0"/>
                  </a:spcBef>
                  <a:spcAft>
                    <a:spcPts val="1200"/>
                  </a:spcAft>
                  <a:buClr>
                    <a:schemeClr val="accent1">
                      <a:lumMod val="75000"/>
                    </a:schemeClr>
                  </a:buClr>
                </a:pPr>
                <a:endParaRPr lang="pt-BR" sz="180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otham Book" panose="02000604030000020004" pitchFamily="2" charset="0"/>
                </a:endParaRPr>
              </a:p>
              <a:p>
                <a:pPr algn="just">
                  <a:spcBef>
                    <a:spcPts val="0"/>
                  </a:spcBef>
                  <a:spcAft>
                    <a:spcPts val="1200"/>
                  </a:spcAft>
                  <a:buClr>
                    <a:schemeClr val="accent1">
                      <a:lumMod val="75000"/>
                    </a:schemeClr>
                  </a:buClr>
                </a:pPr>
                <a:endParaRPr lang="pt-BR" sz="180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otham Book" panose="02000604030000020004" pitchFamily="2" charset="0"/>
                </a:endParaRPr>
              </a:p>
              <a:p>
                <a:pPr algn="just">
                  <a:spcBef>
                    <a:spcPts val="0"/>
                  </a:spcBef>
                  <a:spcAft>
                    <a:spcPts val="1200"/>
                  </a:spcAft>
                  <a:buClr>
                    <a:schemeClr val="accent1">
                      <a:lumMod val="75000"/>
                    </a:schemeClr>
                  </a:buClr>
                </a:pPr>
                <a:endParaRPr lang="pt-BR" sz="180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otham Book" panose="02000604030000020004" pitchFamily="2" charset="0"/>
                </a:endParaRPr>
              </a:p>
              <a:p>
                <a:pPr marL="114300" indent="0" algn="just">
                  <a:spcBef>
                    <a:spcPts val="0"/>
                  </a:spcBef>
                  <a:spcAft>
                    <a:spcPts val="1200"/>
                  </a:spcAft>
                  <a:buClr>
                    <a:schemeClr val="accent1">
                      <a:lumMod val="75000"/>
                    </a:schemeClr>
                  </a:buClr>
                  <a:buNone/>
                </a:pPr>
                <a:r>
                  <a:rPr lang="pt-BR" sz="1800" noProof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Gotham Book" panose="02000604030000020004" pitchFamily="2" charset="0"/>
                  </a:rPr>
                  <a:t> </a:t>
                </a:r>
              </a:p>
              <a:p>
                <a:pPr algn="just">
                  <a:spcBef>
                    <a:spcPts val="0"/>
                  </a:spcBef>
                  <a:spcAft>
                    <a:spcPts val="1200"/>
                  </a:spcAft>
                  <a:buClr>
                    <a:schemeClr val="accent1">
                      <a:lumMod val="75000"/>
                    </a:schemeClr>
                  </a:buClr>
                </a:pPr>
                <a:endParaRPr lang="pt-BR" sz="180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otham Book" panose="02000604030000020004" pitchFamily="2" charset="0"/>
                </a:endParaRPr>
              </a:p>
            </p:txBody>
          </p:sp>
        </mc:Choice>
        <mc:Fallback xmlns="">
          <p:sp>
            <p:nvSpPr>
              <p:cNvPr id="27" name="Marcador de contenido 2">
                <a:extLst>
                  <a:ext uri="{FF2B5EF4-FFF2-40B4-BE49-F238E27FC236}">
                    <a16:creationId xmlns:a16="http://schemas.microsoft.com/office/drawing/2014/main" id="{6DD32B08-5E7D-A192-C1F5-EB40CC3827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579" y="2283266"/>
                <a:ext cx="10471757" cy="3611695"/>
              </a:xfrm>
              <a:prstGeom prst="rect">
                <a:avLst/>
              </a:prstGeom>
              <a:blipFill>
                <a:blip r:embed="rId4"/>
                <a:stretch>
                  <a:fillRect t="-1014" r="-52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5">
            <a:extLst>
              <a:ext uri="{FF2B5EF4-FFF2-40B4-BE49-F238E27FC236}">
                <a16:creationId xmlns:a16="http://schemas.microsoft.com/office/drawing/2014/main" id="{D63A7019-089F-FA15-E0DA-7C9C7EFE4C68}"/>
              </a:ext>
            </a:extLst>
          </p:cNvPr>
          <p:cNvSpPr txBox="1"/>
          <p:nvPr/>
        </p:nvSpPr>
        <p:spPr>
          <a:xfrm>
            <a:off x="401933" y="168881"/>
            <a:ext cx="2901706" cy="2333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ts val="1100"/>
              </a:lnSpc>
              <a:defRPr/>
            </a:pPr>
            <a:r>
              <a:rPr lang="pt-BR" sz="1000" noProof="0" dirty="0">
                <a:solidFill>
                  <a:srgbClr val="4D4D4D"/>
                </a:solidFill>
                <a:latin typeface="Gotham Light" pitchFamily="50" charset="0"/>
                <a:cs typeface="Gotham Black" pitchFamily="50" charset="0"/>
              </a:rPr>
              <a:t>Solução</a:t>
            </a:r>
            <a:endParaRPr kumimoji="0" lang="pt-BR" sz="1000" b="1" i="0" u="none" strike="noStrike" kern="1200" cap="none" spc="0" normalizeH="0" baseline="0" noProof="0" dirty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Gotham Light" pitchFamily="50" charset="0"/>
              <a:ea typeface="+mn-ea"/>
              <a:cs typeface="Gotham Black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900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89">
            <a:extLst>
              <a:ext uri="{FF2B5EF4-FFF2-40B4-BE49-F238E27FC236}">
                <a16:creationId xmlns:a16="http://schemas.microsoft.com/office/drawing/2014/main" id="{5FED718F-9803-800A-F258-487CD4CACD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8336" y="6350242"/>
            <a:ext cx="780356" cy="365792"/>
          </a:xfrm>
          <a:prstGeom prst="rect">
            <a:avLst/>
          </a:prstGeom>
        </p:spPr>
      </p:pic>
      <p:sp>
        <p:nvSpPr>
          <p:cNvPr id="7" name="Rectángulo 5">
            <a:extLst>
              <a:ext uri="{FF2B5EF4-FFF2-40B4-BE49-F238E27FC236}">
                <a16:creationId xmlns:a16="http://schemas.microsoft.com/office/drawing/2014/main" id="{E0388FD9-EC60-F5FE-0362-6544841E372E}"/>
              </a:ext>
            </a:extLst>
          </p:cNvPr>
          <p:cNvSpPr/>
          <p:nvPr/>
        </p:nvSpPr>
        <p:spPr>
          <a:xfrm>
            <a:off x="346933" y="144104"/>
            <a:ext cx="55001" cy="42401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2" name="Grupo 83">
            <a:extLst>
              <a:ext uri="{FF2B5EF4-FFF2-40B4-BE49-F238E27FC236}">
                <a16:creationId xmlns:a16="http://schemas.microsoft.com/office/drawing/2014/main" id="{A4E3474D-8474-798A-0E6D-916DAC09142C}"/>
              </a:ext>
            </a:extLst>
          </p:cNvPr>
          <p:cNvGrpSpPr/>
          <p:nvPr/>
        </p:nvGrpSpPr>
        <p:grpSpPr>
          <a:xfrm>
            <a:off x="0" y="6457233"/>
            <a:ext cx="401934" cy="326337"/>
            <a:chOff x="0" y="6457233"/>
            <a:chExt cx="401934" cy="326337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13" name="Rectángulo redondeado 1">
              <a:extLst>
                <a:ext uri="{FF2B5EF4-FFF2-40B4-BE49-F238E27FC236}">
                  <a16:creationId xmlns:a16="http://schemas.microsoft.com/office/drawing/2014/main" id="{2E36149E-4F40-CC2F-C619-7D35A4F6D6C9}"/>
                </a:ext>
              </a:extLst>
            </p:cNvPr>
            <p:cNvSpPr/>
            <p:nvPr/>
          </p:nvSpPr>
          <p:spPr>
            <a:xfrm>
              <a:off x="0" y="6457233"/>
              <a:ext cx="401934" cy="326337"/>
            </a:xfrm>
            <a:prstGeom prst="flowChartDelay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CuadroTexto 85">
              <a:extLst>
                <a:ext uri="{FF2B5EF4-FFF2-40B4-BE49-F238E27FC236}">
                  <a16:creationId xmlns:a16="http://schemas.microsoft.com/office/drawing/2014/main" id="{1F92F7A6-0826-1FE4-6F5F-0A5263392AAF}"/>
                </a:ext>
              </a:extLst>
            </p:cNvPr>
            <p:cNvSpPr txBox="1"/>
            <p:nvPr/>
          </p:nvSpPr>
          <p:spPr>
            <a:xfrm>
              <a:off x="15073" y="6489596"/>
              <a:ext cx="263223" cy="2616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ok" panose="02000604040000020004" pitchFamily="50" charset="0"/>
                  <a:ea typeface="+mn-ea"/>
                  <a:cs typeface="+mn-cs"/>
                </a:rPr>
                <a:t>6</a:t>
              </a:r>
            </a:p>
          </p:txBody>
        </p:sp>
      </p:grpSp>
      <p:sp>
        <p:nvSpPr>
          <p:cNvPr id="17" name="Slide Number Placeholder 13">
            <a:extLst>
              <a:ext uri="{FF2B5EF4-FFF2-40B4-BE49-F238E27FC236}">
                <a16:creationId xmlns:a16="http://schemas.microsoft.com/office/drawing/2014/main" id="{78E6E173-70F3-B323-4B2B-D770A930D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80550" y="6507601"/>
            <a:ext cx="401933" cy="208433"/>
          </a:xfrm>
          <a:solidFill>
            <a:srgbClr val="B4C7E7"/>
          </a:solidFill>
        </p:spPr>
        <p:txBody>
          <a:bodyPr/>
          <a:lstStyle/>
          <a:p>
            <a:pPr algn="ctr"/>
            <a:fld id="{EE745C5F-8F31-4318-ABF5-660B737895AE}" type="slidenum">
              <a:rPr lang="pt-BR" sz="1000" noProof="0" smtClean="0">
                <a:solidFill>
                  <a:schemeClr val="bg1"/>
                </a:solidFill>
                <a:latin typeface="Gotham Book" panose="02000604040000020004" pitchFamily="50" charset="0"/>
              </a:rPr>
              <a:pPr algn="ctr"/>
              <a:t>14</a:t>
            </a:fld>
            <a:endParaRPr lang="pt-BR" sz="1000" noProof="0" dirty="0">
              <a:solidFill>
                <a:schemeClr val="bg1"/>
              </a:solidFill>
              <a:latin typeface="Gotham Book" panose="02000604040000020004" pitchFamily="50" charset="0"/>
            </a:endParaRPr>
          </a:p>
        </p:txBody>
      </p:sp>
      <p:sp>
        <p:nvSpPr>
          <p:cNvPr id="22" name="Título 1">
            <a:extLst>
              <a:ext uri="{FF2B5EF4-FFF2-40B4-BE49-F238E27FC236}">
                <a16:creationId xmlns:a16="http://schemas.microsoft.com/office/drawing/2014/main" id="{53331EDC-2B0E-6359-47A7-183566E32F07}"/>
              </a:ext>
            </a:extLst>
          </p:cNvPr>
          <p:cNvSpPr txBox="1">
            <a:spLocks/>
          </p:cNvSpPr>
          <p:nvPr/>
        </p:nvSpPr>
        <p:spPr bwMode="auto">
          <a:xfrm>
            <a:off x="1494987" y="819137"/>
            <a:ext cx="9190565" cy="859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21920" tIns="60960" rIns="121920" bIns="60960" numCol="1" anchor="ctr" anchorCtr="0" compatLnSpc="1">
            <a:prstTxWarp prst="textNoShape">
              <a:avLst/>
            </a:prstTxWarp>
          </a:bodyPr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pt-BR" sz="2800" b="1" noProof="0" dirty="0">
                <a:solidFill>
                  <a:schemeClr val="accent1">
                    <a:lumMod val="75000"/>
                  </a:schemeClr>
                </a:solidFill>
                <a:latin typeface="Gotham Black" panose="02000604040000020004" pitchFamily="50" charset="0"/>
              </a:rPr>
              <a:t>Caracterização da solução do modelo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Marcador de contenido 2">
                <a:extLst>
                  <a:ext uri="{FF2B5EF4-FFF2-40B4-BE49-F238E27FC236}">
                    <a16:creationId xmlns:a16="http://schemas.microsoft.com/office/drawing/2014/main" id="{6DD32B08-5E7D-A192-C1F5-EB40CC3827C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33320" y="2095324"/>
                <a:ext cx="10275016" cy="51087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42900" algn="l" rtl="0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32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1pPr>
                <a:lvl2pPr marL="914400" marR="0" lvl="1" indent="-342900" algn="l" rtl="0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–"/>
                  <a:defRPr sz="2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2pPr>
                <a:lvl3pPr marL="1371600" marR="0" lvl="2" indent="-342900" algn="l" rtl="0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24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3pPr>
                <a:lvl4pPr marL="1828800" marR="0" lvl="3" indent="-342900" algn="l" rtl="0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–"/>
                  <a:defRPr sz="20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4pPr>
                <a:lvl5pPr marL="2286000" marR="0" lvl="4" indent="-342900" algn="l" rtl="0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»"/>
                  <a:defRPr sz="20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5pPr>
                <a:lvl6pPr marL="2743200" marR="0" lvl="5" indent="-342900" algn="l" rtl="0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20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6pPr>
                <a:lvl7pPr marL="3200400" marR="0" lvl="6" indent="-342900" algn="l" rtl="0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20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7pPr>
                <a:lvl8pPr marL="3657600" marR="0" lvl="7" indent="-342900" algn="l" rtl="0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20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8pPr>
                <a:lvl9pPr marL="4114800" marR="0" lvl="8" indent="-342900" algn="l" rtl="0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20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9pPr>
              </a:lstStyle>
              <a:p>
                <a:pPr marL="114300" indent="0" algn="just">
                  <a:spcBef>
                    <a:spcPts val="0"/>
                  </a:spcBef>
                  <a:spcAft>
                    <a:spcPts val="1200"/>
                  </a:spcAft>
                  <a:buClr>
                    <a:schemeClr val="accent1">
                      <a:lumMod val="75000"/>
                    </a:schemeClr>
                  </a:buClr>
                  <a:buNone/>
                </a:pPr>
                <a:endParaRPr lang="pt-BR" sz="160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otham Book" panose="02000604030000020004" pitchFamily="2" charset="0"/>
                </a:endParaRPr>
              </a:p>
              <a:p>
                <a:pPr>
                  <a:buClr>
                    <a:schemeClr val="accent1">
                      <a:lumMod val="75000"/>
                    </a:schemeClr>
                  </a:buClr>
                </a:pPr>
                <a:r>
                  <a:rPr lang="pt-BR" sz="1600" noProof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Gotham Book" panose="02000604030000020004" pitchFamily="2" charset="0"/>
                  </a:rPr>
                  <a:t>Encontraremos a solução do modelo a partir de duas equações. A primeira é uma equação que descreve a dinâmica do capital. Para a construir, partimos da restrição do agregado familiar: </a:t>
                </a:r>
              </a:p>
              <a:p>
                <a:endParaRPr lang="pt-BR" sz="160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otham Book" panose="02000604030000020004" pitchFamily="2" charset="0"/>
                </a:endParaRPr>
              </a:p>
              <a:p>
                <a:pPr algn="just">
                  <a:spcBef>
                    <a:spcPts val="0"/>
                  </a:spcBef>
                  <a:spcAft>
                    <a:spcPts val="1200"/>
                  </a:spcAft>
                  <a:buClr>
                    <a:schemeClr val="accent1">
                      <a:lumMod val="75000"/>
                    </a:schemeClr>
                  </a:buClr>
                </a:pPr>
                <a:endParaRPr lang="pt-BR" sz="160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otham Book" panose="02000604030000020004" pitchFamily="2" charset="0"/>
                </a:endParaRPr>
              </a:p>
              <a:p>
                <a:pPr marL="114300" indent="0" algn="just">
                  <a:spcBef>
                    <a:spcPts val="0"/>
                  </a:spcBef>
                  <a:spcAft>
                    <a:spcPts val="1200"/>
                  </a:spcAft>
                  <a:buClr>
                    <a:schemeClr val="accent1">
                      <a:lumMod val="75000"/>
                    </a:schemeClr>
                  </a:buClr>
                  <a:buNone/>
                </a:pPr>
                <a:endParaRPr lang="pt-BR" sz="160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otham Book" panose="02000604030000020004" pitchFamily="2" charset="0"/>
                </a:endParaRPr>
              </a:p>
              <a:p>
                <a:pPr>
                  <a:buClr>
                    <a:schemeClr val="accent1">
                      <a:lumMod val="75000"/>
                    </a:schemeClr>
                  </a:buClr>
                </a:pPr>
                <a:r>
                  <a:rPr lang="pt-BR" sz="1600" noProof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Gotham Book" panose="02000604030000020004" pitchFamily="2" charset="0"/>
                  </a:rPr>
                  <a:t>A equação em mercados de equilíbrio vazios, então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1600" b="0" i="1" noProof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600" b="0" i="1" noProof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pt-BR" sz="1600" b="0" i="1" noProof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pt-BR" sz="1600" b="0" i="1" noProof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pt-BR" sz="1600" b="0" i="1" noProof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600" b="0" i="1" noProof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pt-BR" sz="1600" b="0" i="1" noProof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pt-BR" sz="1600" noProof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Gotham Book" panose="02000604030000020004" pitchFamily="2" charset="0"/>
                  </a:rPr>
                  <a:t>. Substituímos pelas condições de </a:t>
                </a:r>
                <a:r>
                  <a:rPr lang="pt-BR" sz="1600" noProof="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Gotham Book" panose="02000604030000020004" pitchFamily="2" charset="0"/>
                  </a:rPr>
                  <a:t>otimalidade</a:t>
                </a:r>
                <a:r>
                  <a:rPr lang="pt-BR" sz="1600" noProof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Gotham Book" panose="02000604030000020004" pitchFamily="2" charset="0"/>
                  </a:rPr>
                  <a:t> da empresa na restrição das famílias: </a:t>
                </a:r>
              </a:p>
              <a:p>
                <a:pPr marL="114300" indent="0" algn="just">
                  <a:spcBef>
                    <a:spcPts val="0"/>
                  </a:spcBef>
                  <a:spcAft>
                    <a:spcPts val="1200"/>
                  </a:spcAft>
                  <a:buClr>
                    <a:schemeClr val="accent1">
                      <a:lumMod val="75000"/>
                    </a:schemeClr>
                  </a:buClr>
                  <a:buNone/>
                </a:pPr>
                <a:endParaRPr lang="pt-BR" sz="160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otham Book" panose="02000604030000020004" pitchFamily="2" charset="0"/>
                </a:endParaRPr>
              </a:p>
              <a:p>
                <a:pPr algn="just">
                  <a:spcBef>
                    <a:spcPts val="0"/>
                  </a:spcBef>
                  <a:spcAft>
                    <a:spcPts val="1200"/>
                  </a:spcAft>
                  <a:buClr>
                    <a:schemeClr val="accent1">
                      <a:lumMod val="75000"/>
                    </a:schemeClr>
                  </a:buClr>
                </a:pPr>
                <a:endParaRPr lang="pt-BR" sz="160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otham Book" panose="02000604030000020004" pitchFamily="2" charset="0"/>
                </a:endParaRPr>
              </a:p>
              <a:p>
                <a:pPr algn="just">
                  <a:spcBef>
                    <a:spcPts val="0"/>
                  </a:spcBef>
                  <a:spcAft>
                    <a:spcPts val="1200"/>
                  </a:spcAft>
                  <a:buClr>
                    <a:schemeClr val="accent1">
                      <a:lumMod val="75000"/>
                    </a:schemeClr>
                  </a:buClr>
                </a:pPr>
                <a:endParaRPr lang="pt-BR" sz="160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otham Book" panose="02000604030000020004" pitchFamily="2" charset="0"/>
                </a:endParaRPr>
              </a:p>
              <a:p>
                <a:pPr algn="just">
                  <a:spcBef>
                    <a:spcPts val="0"/>
                  </a:spcBef>
                  <a:spcAft>
                    <a:spcPts val="1200"/>
                  </a:spcAft>
                  <a:buClr>
                    <a:schemeClr val="accent1">
                      <a:lumMod val="75000"/>
                    </a:schemeClr>
                  </a:buClr>
                </a:pPr>
                <a:endParaRPr lang="pt-BR" sz="160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otham Book" panose="02000604030000020004" pitchFamily="2" charset="0"/>
                </a:endParaRPr>
              </a:p>
              <a:p>
                <a:pPr marL="114300" indent="0" algn="just">
                  <a:spcBef>
                    <a:spcPts val="0"/>
                  </a:spcBef>
                  <a:spcAft>
                    <a:spcPts val="1200"/>
                  </a:spcAft>
                  <a:buClr>
                    <a:schemeClr val="accent1">
                      <a:lumMod val="75000"/>
                    </a:schemeClr>
                  </a:buClr>
                  <a:buNone/>
                </a:pPr>
                <a:endParaRPr lang="pt-BR" sz="160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otham Book" panose="02000604030000020004" pitchFamily="2" charset="0"/>
                </a:endParaRPr>
              </a:p>
            </p:txBody>
          </p:sp>
        </mc:Choice>
        <mc:Fallback xmlns="">
          <p:sp>
            <p:nvSpPr>
              <p:cNvPr id="27" name="Marcador de contenido 2">
                <a:extLst>
                  <a:ext uri="{FF2B5EF4-FFF2-40B4-BE49-F238E27FC236}">
                    <a16:creationId xmlns:a16="http://schemas.microsoft.com/office/drawing/2014/main" id="{6DD32B08-5E7D-A192-C1F5-EB40CC3827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3320" y="2095324"/>
                <a:ext cx="10275016" cy="510873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a 4">
                <a:extLst>
                  <a:ext uri="{FF2B5EF4-FFF2-40B4-BE49-F238E27FC236}">
                    <a16:creationId xmlns:a16="http://schemas.microsoft.com/office/drawing/2014/main" id="{DF3A96F7-7AC0-8C38-7D35-D3B29229D61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90866910"/>
                  </p:ext>
                </p:extLst>
              </p:nvPr>
            </p:nvGraphicFramePr>
            <p:xfrm>
              <a:off x="2106828" y="3455504"/>
              <a:ext cx="8127999" cy="5181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46279">
                      <a:extLst>
                        <a:ext uri="{9D8B030D-6E8A-4147-A177-3AD203B41FA5}">
                          <a16:colId xmlns:a16="http://schemas.microsoft.com/office/drawing/2014/main" val="3336428242"/>
                        </a:ext>
                      </a:extLst>
                    </a:gridCol>
                    <a:gridCol w="7315200">
                      <a:extLst>
                        <a:ext uri="{9D8B030D-6E8A-4147-A177-3AD203B41FA5}">
                          <a16:colId xmlns:a16="http://schemas.microsoft.com/office/drawing/2014/main" val="322572106"/>
                        </a:ext>
                      </a:extLst>
                    </a:gridCol>
                    <a:gridCol w="566520">
                      <a:extLst>
                        <a:ext uri="{9D8B030D-6E8A-4147-A177-3AD203B41FA5}">
                          <a16:colId xmlns:a16="http://schemas.microsoft.com/office/drawing/2014/main" val="393348593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pt-BR" noProof="0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114300" indent="0" algn="just">
                            <a:spcBef>
                              <a:spcPts val="0"/>
                            </a:spcBef>
                            <a:spcAft>
                              <a:spcPts val="1200"/>
                            </a:spcAft>
                            <a:buClr>
                              <a:schemeClr val="accent1">
                                <a:lumMod val="75000"/>
                              </a:schemeClr>
                            </a:buCl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pt-BR" sz="1800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800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pt-BR" sz="1800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pt-BR" sz="1800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  <m:r>
                                  <a:rPr lang="pt-BR" sz="1800" b="0" i="1" noProof="0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pt-BR" sz="1800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800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pt-BR" sz="1800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pt-BR" sz="1800" b="0" i="1" noProof="0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d>
                                  <m:dPr>
                                    <m:ctrlPr>
                                      <a:rPr lang="pt-BR" sz="1800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sz="1800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1+</m:t>
                                    </m:r>
                                    <m:sSub>
                                      <m:sSubPr>
                                        <m:ctrlPr>
                                          <a:rPr lang="pt-BR" sz="1800" b="0" i="1" noProof="0" smtClean="0"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sz="1800" b="0" i="1" noProof="0" smtClean="0"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e>
                                      <m:sub>
                                        <m:r>
                                          <a:rPr lang="pt-BR" sz="1800" b="0" i="1" noProof="0" smtClean="0"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</m:e>
                                </m:d>
                                <m:sSub>
                                  <m:sSubPr>
                                    <m:ctrlPr>
                                      <a:rPr lang="pt-BR" sz="1800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800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pt-BR" sz="1800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pt-BR" sz="1800" b="0" i="1" noProof="0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pt-BR" sz="1800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800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pt-BR" sz="1800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b="0" noProof="0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endParaRPr lang="pt-BR" noProof="0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893949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a 4">
                <a:extLst>
                  <a:ext uri="{FF2B5EF4-FFF2-40B4-BE49-F238E27FC236}">
                    <a16:creationId xmlns:a16="http://schemas.microsoft.com/office/drawing/2014/main" id="{DF3A96F7-7AC0-8C38-7D35-D3B29229D61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90866910"/>
                  </p:ext>
                </p:extLst>
              </p:nvPr>
            </p:nvGraphicFramePr>
            <p:xfrm>
              <a:off x="2106828" y="3455504"/>
              <a:ext cx="8127999" cy="5181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46279">
                      <a:extLst>
                        <a:ext uri="{9D8B030D-6E8A-4147-A177-3AD203B41FA5}">
                          <a16:colId xmlns:a16="http://schemas.microsoft.com/office/drawing/2014/main" val="3336428242"/>
                        </a:ext>
                      </a:extLst>
                    </a:gridCol>
                    <a:gridCol w="7315200">
                      <a:extLst>
                        <a:ext uri="{9D8B030D-6E8A-4147-A177-3AD203B41FA5}">
                          <a16:colId xmlns:a16="http://schemas.microsoft.com/office/drawing/2014/main" val="322572106"/>
                        </a:ext>
                      </a:extLst>
                    </a:gridCol>
                    <a:gridCol w="566520">
                      <a:extLst>
                        <a:ext uri="{9D8B030D-6E8A-4147-A177-3AD203B41FA5}">
                          <a16:colId xmlns:a16="http://schemas.microsoft.com/office/drawing/2014/main" val="3933485931"/>
                        </a:ext>
                      </a:extLst>
                    </a:gridCol>
                  </a:tblGrid>
                  <a:tr h="518160">
                    <a:tc>
                      <a:txBody>
                        <a:bodyPr/>
                        <a:lstStyle/>
                        <a:p>
                          <a:endParaRPr lang="pt-BR" noProof="0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5"/>
                          <a:stretch>
                            <a:fillRect l="-3414" t="-1163" r="-8160" b="-58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endParaRPr lang="pt-BR" noProof="0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893949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a 1">
                <a:extLst>
                  <a:ext uri="{FF2B5EF4-FFF2-40B4-BE49-F238E27FC236}">
                    <a16:creationId xmlns:a16="http://schemas.microsoft.com/office/drawing/2014/main" id="{40703850-DCC0-1FC5-CDFC-FC092C9F804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7534594"/>
                  </p:ext>
                </p:extLst>
              </p:nvPr>
            </p:nvGraphicFramePr>
            <p:xfrm>
              <a:off x="2026271" y="5131852"/>
              <a:ext cx="8127999" cy="52082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46279">
                      <a:extLst>
                        <a:ext uri="{9D8B030D-6E8A-4147-A177-3AD203B41FA5}">
                          <a16:colId xmlns:a16="http://schemas.microsoft.com/office/drawing/2014/main" val="3336428242"/>
                        </a:ext>
                      </a:extLst>
                    </a:gridCol>
                    <a:gridCol w="7315200">
                      <a:extLst>
                        <a:ext uri="{9D8B030D-6E8A-4147-A177-3AD203B41FA5}">
                          <a16:colId xmlns:a16="http://schemas.microsoft.com/office/drawing/2014/main" val="322572106"/>
                        </a:ext>
                      </a:extLst>
                    </a:gridCol>
                    <a:gridCol w="566520">
                      <a:extLst>
                        <a:ext uri="{9D8B030D-6E8A-4147-A177-3AD203B41FA5}">
                          <a16:colId xmlns:a16="http://schemas.microsoft.com/office/drawing/2014/main" val="393348593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pt-BR" noProof="0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114300" indent="0" algn="just">
                            <a:spcBef>
                              <a:spcPts val="0"/>
                            </a:spcBef>
                            <a:spcAft>
                              <a:spcPts val="1200"/>
                            </a:spcAft>
                            <a:buClr>
                              <a:schemeClr val="accent1">
                                <a:lumMod val="75000"/>
                              </a:schemeClr>
                            </a:buCl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pt-BR" sz="1800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800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pt-BR" sz="1800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pt-BR" sz="1800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  <m:r>
                                  <a:rPr lang="pt-BR" sz="1800" b="0" i="1" noProof="0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pt-BR" sz="1800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800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pt-BR" sz="1800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pt-BR" sz="1800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sz="1800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1+</m:t>
                                    </m:r>
                                    <m:r>
                                      <a:rPr lang="pt-BR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𝛼</m:t>
                                    </m:r>
                                    <m:sSub>
                                      <m:sSubPr>
                                        <m:ctrlPr>
                                          <a:rPr lang="pt-BR" b="0" i="1" noProof="0" smtClean="0"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b="0" i="1" noProof="0" smtClean="0"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  <m:sub>
                                        <m:r>
                                          <a:rPr lang="pt-BR" b="0" i="1" noProof="0" smtClean="0"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  <m:sSubSup>
                                      <m:sSubSupPr>
                                        <m:ctrlPr>
                                          <a:rPr lang="pt-BR" b="0" i="1" noProof="0" smtClean="0"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pt-BR" b="0" i="1" noProof="0" smtClean="0"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e>
                                      <m:sub>
                                        <m:r>
                                          <a:rPr lang="pt-BR" b="0" i="1" noProof="0" smtClean="0"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  <m:sup>
                                        <m:r>
                                          <a:rPr lang="pt-BR" b="0" i="1" noProof="0" smtClean="0"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  <m:r>
                                          <a:rPr lang="pt-BR" b="0" i="1" noProof="0" smtClean="0"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sup>
                                    </m:sSubSup>
                                    <m:r>
                                      <a:rPr lang="pt-BR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pt-BR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𝛿</m:t>
                                    </m:r>
                                  </m:e>
                                </m:d>
                                <m:r>
                                  <a:rPr lang="pt-BR" sz="1800" b="0" i="1" noProof="0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d>
                                  <m:dPr>
                                    <m:ctrlPr>
                                      <a:rPr lang="pt-BR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1−</m:t>
                                    </m:r>
                                    <m:r>
                                      <a:rPr lang="pt-BR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d>
                                <m:sSub>
                                  <m:sSubPr>
                                    <m:ctrlPr>
                                      <a:rPr lang="pt-BR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pt-BR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sSubSup>
                                  <m:sSubSupPr>
                                    <m:ctrlPr>
                                      <a:rPr lang="pt-BR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pt-BR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pt-BR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  <m:sup>
                                    <m:r>
                                      <a:rPr lang="pt-BR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𝛼</m:t>
                                    </m:r>
                                  </m:sup>
                                </m:sSubSup>
                                <m:r>
                                  <a:rPr lang="pt-BR" b="0" i="1" noProof="0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−</m:t>
                                </m:r>
                                <m:sSub>
                                  <m:sSubPr>
                                    <m:ctrlPr>
                                      <a:rPr lang="pt-BR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pt-BR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b="0" noProof="0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endParaRPr lang="pt-BR" noProof="0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893949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a 1">
                <a:extLst>
                  <a:ext uri="{FF2B5EF4-FFF2-40B4-BE49-F238E27FC236}">
                    <a16:creationId xmlns:a16="http://schemas.microsoft.com/office/drawing/2014/main" id="{40703850-DCC0-1FC5-CDFC-FC092C9F804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7534594"/>
                  </p:ext>
                </p:extLst>
              </p:nvPr>
            </p:nvGraphicFramePr>
            <p:xfrm>
              <a:off x="2026271" y="5131852"/>
              <a:ext cx="8127999" cy="52082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46279">
                      <a:extLst>
                        <a:ext uri="{9D8B030D-6E8A-4147-A177-3AD203B41FA5}">
                          <a16:colId xmlns:a16="http://schemas.microsoft.com/office/drawing/2014/main" val="3336428242"/>
                        </a:ext>
                      </a:extLst>
                    </a:gridCol>
                    <a:gridCol w="7315200">
                      <a:extLst>
                        <a:ext uri="{9D8B030D-6E8A-4147-A177-3AD203B41FA5}">
                          <a16:colId xmlns:a16="http://schemas.microsoft.com/office/drawing/2014/main" val="322572106"/>
                        </a:ext>
                      </a:extLst>
                    </a:gridCol>
                    <a:gridCol w="566520">
                      <a:extLst>
                        <a:ext uri="{9D8B030D-6E8A-4147-A177-3AD203B41FA5}">
                          <a16:colId xmlns:a16="http://schemas.microsoft.com/office/drawing/2014/main" val="3933485931"/>
                        </a:ext>
                      </a:extLst>
                    </a:gridCol>
                  </a:tblGrid>
                  <a:tr h="520827">
                    <a:tc>
                      <a:txBody>
                        <a:bodyPr/>
                        <a:lstStyle/>
                        <a:p>
                          <a:endParaRPr lang="pt-BR" noProof="0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6"/>
                          <a:stretch>
                            <a:fillRect l="-3414" t="-1149" r="-8077" b="-45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endParaRPr lang="pt-BR" noProof="0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893949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TextBox 5">
            <a:extLst>
              <a:ext uri="{FF2B5EF4-FFF2-40B4-BE49-F238E27FC236}">
                <a16:creationId xmlns:a16="http://schemas.microsoft.com/office/drawing/2014/main" id="{E5FFF9D1-54BF-95D2-9094-64129A952E14}"/>
              </a:ext>
            </a:extLst>
          </p:cNvPr>
          <p:cNvSpPr txBox="1"/>
          <p:nvPr/>
        </p:nvSpPr>
        <p:spPr>
          <a:xfrm>
            <a:off x="401933" y="168881"/>
            <a:ext cx="2901706" cy="2333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ts val="1100"/>
              </a:lnSpc>
              <a:defRPr/>
            </a:pPr>
            <a:r>
              <a:rPr lang="pt-BR" sz="1000" noProof="0" dirty="0">
                <a:solidFill>
                  <a:srgbClr val="4D4D4D"/>
                </a:solidFill>
                <a:latin typeface="Gotham Light" pitchFamily="50" charset="0"/>
                <a:cs typeface="Gotham Black" pitchFamily="50" charset="0"/>
              </a:rPr>
              <a:t>Solução</a:t>
            </a:r>
            <a:endParaRPr kumimoji="0" lang="pt-BR" sz="1000" b="1" i="0" u="none" strike="noStrike" kern="1200" cap="none" spc="0" normalizeH="0" baseline="0" noProof="0" dirty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Gotham Light" pitchFamily="50" charset="0"/>
              <a:ea typeface="+mn-ea"/>
              <a:cs typeface="Gotham Black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2959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89">
            <a:extLst>
              <a:ext uri="{FF2B5EF4-FFF2-40B4-BE49-F238E27FC236}">
                <a16:creationId xmlns:a16="http://schemas.microsoft.com/office/drawing/2014/main" id="{5FED718F-9803-800A-F258-487CD4CACD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8336" y="6350242"/>
            <a:ext cx="780356" cy="365792"/>
          </a:xfrm>
          <a:prstGeom prst="rect">
            <a:avLst/>
          </a:prstGeom>
        </p:spPr>
      </p:pic>
      <p:sp>
        <p:nvSpPr>
          <p:cNvPr id="7" name="Rectángulo 5">
            <a:extLst>
              <a:ext uri="{FF2B5EF4-FFF2-40B4-BE49-F238E27FC236}">
                <a16:creationId xmlns:a16="http://schemas.microsoft.com/office/drawing/2014/main" id="{E0388FD9-EC60-F5FE-0362-6544841E372E}"/>
              </a:ext>
            </a:extLst>
          </p:cNvPr>
          <p:cNvSpPr/>
          <p:nvPr/>
        </p:nvSpPr>
        <p:spPr>
          <a:xfrm>
            <a:off x="346933" y="144104"/>
            <a:ext cx="55001" cy="42401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2" name="Grupo 83">
            <a:extLst>
              <a:ext uri="{FF2B5EF4-FFF2-40B4-BE49-F238E27FC236}">
                <a16:creationId xmlns:a16="http://schemas.microsoft.com/office/drawing/2014/main" id="{A4E3474D-8474-798A-0E6D-916DAC09142C}"/>
              </a:ext>
            </a:extLst>
          </p:cNvPr>
          <p:cNvGrpSpPr/>
          <p:nvPr/>
        </p:nvGrpSpPr>
        <p:grpSpPr>
          <a:xfrm>
            <a:off x="0" y="6457233"/>
            <a:ext cx="401934" cy="326337"/>
            <a:chOff x="0" y="6457233"/>
            <a:chExt cx="401934" cy="326337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13" name="Rectángulo redondeado 1">
              <a:extLst>
                <a:ext uri="{FF2B5EF4-FFF2-40B4-BE49-F238E27FC236}">
                  <a16:creationId xmlns:a16="http://schemas.microsoft.com/office/drawing/2014/main" id="{2E36149E-4F40-CC2F-C619-7D35A4F6D6C9}"/>
                </a:ext>
              </a:extLst>
            </p:cNvPr>
            <p:cNvSpPr/>
            <p:nvPr/>
          </p:nvSpPr>
          <p:spPr>
            <a:xfrm>
              <a:off x="0" y="6457233"/>
              <a:ext cx="401934" cy="326337"/>
            </a:xfrm>
            <a:prstGeom prst="flowChartDelay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CuadroTexto 85">
              <a:extLst>
                <a:ext uri="{FF2B5EF4-FFF2-40B4-BE49-F238E27FC236}">
                  <a16:creationId xmlns:a16="http://schemas.microsoft.com/office/drawing/2014/main" id="{1F92F7A6-0826-1FE4-6F5F-0A5263392AAF}"/>
                </a:ext>
              </a:extLst>
            </p:cNvPr>
            <p:cNvSpPr txBox="1"/>
            <p:nvPr/>
          </p:nvSpPr>
          <p:spPr>
            <a:xfrm>
              <a:off x="15073" y="6489596"/>
              <a:ext cx="263223" cy="2616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ok" panose="02000604040000020004" pitchFamily="50" charset="0"/>
                  <a:ea typeface="+mn-ea"/>
                  <a:cs typeface="+mn-cs"/>
                </a:rPr>
                <a:t>6</a:t>
              </a:r>
            </a:p>
          </p:txBody>
        </p:sp>
      </p:grpSp>
      <p:sp>
        <p:nvSpPr>
          <p:cNvPr id="17" name="Slide Number Placeholder 13">
            <a:extLst>
              <a:ext uri="{FF2B5EF4-FFF2-40B4-BE49-F238E27FC236}">
                <a16:creationId xmlns:a16="http://schemas.microsoft.com/office/drawing/2014/main" id="{78E6E173-70F3-B323-4B2B-D770A930D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507601"/>
            <a:ext cx="321383" cy="225600"/>
          </a:xfrm>
          <a:solidFill>
            <a:srgbClr val="B4C7E7"/>
          </a:solidFill>
        </p:spPr>
        <p:txBody>
          <a:bodyPr/>
          <a:lstStyle/>
          <a:p>
            <a:pPr algn="ctr"/>
            <a:fld id="{EE745C5F-8F31-4318-ABF5-660B737895AE}" type="slidenum">
              <a:rPr lang="pt-BR" sz="1000" noProof="0" smtClean="0">
                <a:solidFill>
                  <a:schemeClr val="bg1"/>
                </a:solidFill>
                <a:latin typeface="Gotham Book" panose="02000604040000020004" pitchFamily="50" charset="0"/>
              </a:rPr>
              <a:pPr algn="ctr"/>
              <a:t>15</a:t>
            </a:fld>
            <a:endParaRPr lang="pt-BR" sz="1000" noProof="0" dirty="0">
              <a:solidFill>
                <a:schemeClr val="bg1"/>
              </a:solidFill>
              <a:latin typeface="Gotham Book" panose="02000604040000020004" pitchFamily="50" charset="0"/>
            </a:endParaRPr>
          </a:p>
        </p:txBody>
      </p:sp>
      <p:sp>
        <p:nvSpPr>
          <p:cNvPr id="22" name="Título 1">
            <a:extLst>
              <a:ext uri="{FF2B5EF4-FFF2-40B4-BE49-F238E27FC236}">
                <a16:creationId xmlns:a16="http://schemas.microsoft.com/office/drawing/2014/main" id="{53331EDC-2B0E-6359-47A7-183566E32F07}"/>
              </a:ext>
            </a:extLst>
          </p:cNvPr>
          <p:cNvSpPr txBox="1">
            <a:spLocks/>
          </p:cNvSpPr>
          <p:nvPr/>
        </p:nvSpPr>
        <p:spPr bwMode="auto">
          <a:xfrm>
            <a:off x="1494987" y="672278"/>
            <a:ext cx="9190565" cy="859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21920" tIns="60960" rIns="121920" bIns="60960" numCol="1" anchor="ctr" anchorCtr="0" compatLnSpc="1">
            <a:prstTxWarp prst="textNoShape">
              <a:avLst/>
            </a:prstTxWarp>
          </a:bodyPr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pt-BR" sz="2800" b="1" noProof="0" dirty="0">
                <a:solidFill>
                  <a:schemeClr val="accent1">
                    <a:lumMod val="75000"/>
                  </a:schemeClr>
                </a:solidFill>
                <a:latin typeface="Gotham Black" panose="02000604040000020004" pitchFamily="50" charset="0"/>
              </a:rPr>
              <a:t>Caracterização da solução do modelo</a:t>
            </a:r>
          </a:p>
        </p:txBody>
      </p:sp>
      <p:sp>
        <p:nvSpPr>
          <p:cNvPr id="27" name="Marcador de contenido 2">
            <a:extLst>
              <a:ext uri="{FF2B5EF4-FFF2-40B4-BE49-F238E27FC236}">
                <a16:creationId xmlns:a16="http://schemas.microsoft.com/office/drawing/2014/main" id="{6DD32B08-5E7D-A192-C1F5-EB40CC3827C6}"/>
              </a:ext>
            </a:extLst>
          </p:cNvPr>
          <p:cNvSpPr txBox="1">
            <a:spLocks/>
          </p:cNvSpPr>
          <p:nvPr/>
        </p:nvSpPr>
        <p:spPr>
          <a:xfrm>
            <a:off x="1033320" y="1570027"/>
            <a:ext cx="10275016" cy="5108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114300" indent="0"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  <a:buNone/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pPr>
              <a:buClr>
                <a:schemeClr val="accent1">
                  <a:lumMod val="75000"/>
                </a:schemeClr>
              </a:buClr>
            </a:pPr>
            <a:r>
              <a:rPr lang="pt-BR" sz="16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Gotham Book" panose="02000604030000020004" pitchFamily="2" charset="0"/>
              </a:rPr>
              <a:t>Chegamos assim à primeira equação-chave que descreve a </a:t>
            </a:r>
            <a:r>
              <a:rPr lang="pt-BR" sz="1600" b="1" noProof="0" dirty="0">
                <a:solidFill>
                  <a:schemeClr val="accent1">
                    <a:lumMod val="75000"/>
                  </a:schemeClr>
                </a:solidFill>
                <a:latin typeface="Gotham Book" panose="02000604030000020004" pitchFamily="2" charset="0"/>
              </a:rPr>
              <a:t>evolução do capital </a:t>
            </a:r>
            <a:r>
              <a:rPr lang="pt-BR" sz="16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Gotham Book" panose="02000604030000020004" pitchFamily="2" charset="0"/>
              </a:rPr>
              <a:t>ao longo do tempo:</a:t>
            </a:r>
          </a:p>
          <a:p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pPr>
              <a:buClr>
                <a:schemeClr val="accent1">
                  <a:lumMod val="75000"/>
                </a:schemeClr>
              </a:buClr>
            </a:pPr>
            <a:r>
              <a:rPr lang="pt-BR" sz="16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Gotham Book" panose="02000604030000020004" pitchFamily="2" charset="0"/>
              </a:rPr>
              <a:t>A segunda equação descreve a </a:t>
            </a:r>
            <a:r>
              <a:rPr lang="pt-BR" sz="1600" b="1" noProof="0" dirty="0">
                <a:solidFill>
                  <a:schemeClr val="accent1">
                    <a:lumMod val="75000"/>
                  </a:schemeClr>
                </a:solidFill>
                <a:latin typeface="Gotham Book" panose="02000604030000020004" pitchFamily="2" charset="0"/>
              </a:rPr>
              <a:t>evolução do consumo </a:t>
            </a:r>
            <a:r>
              <a:rPr lang="pt-BR" sz="16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Gotham Book" panose="02000604030000020004" pitchFamily="2" charset="0"/>
              </a:rPr>
              <a:t>ao longo do tempo. Para a construir, utilizamos a equação de Euler (doméstica) e substituímos a condição óptima da empresa por: </a:t>
            </a:r>
          </a:p>
          <a:p>
            <a:pPr marL="114300" indent="0">
              <a:buNone/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pPr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pPr marL="114300" indent="0"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  <a:buNone/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pPr marL="114300" indent="0"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  <a:buNone/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pPr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pPr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pPr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pPr marL="114300" indent="0"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  <a:buNone/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a 2">
                <a:extLst>
                  <a:ext uri="{FF2B5EF4-FFF2-40B4-BE49-F238E27FC236}">
                    <a16:creationId xmlns:a16="http://schemas.microsoft.com/office/drawing/2014/main" id="{BE3D3BD1-F80F-1B7C-3310-171ABBDA6AA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63041833"/>
                  </p:ext>
                </p:extLst>
              </p:nvPr>
            </p:nvGraphicFramePr>
            <p:xfrm>
              <a:off x="2106828" y="2720290"/>
              <a:ext cx="8127999" cy="8110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46279">
                      <a:extLst>
                        <a:ext uri="{9D8B030D-6E8A-4147-A177-3AD203B41FA5}">
                          <a16:colId xmlns:a16="http://schemas.microsoft.com/office/drawing/2014/main" val="3336428242"/>
                        </a:ext>
                      </a:extLst>
                    </a:gridCol>
                    <a:gridCol w="7315200">
                      <a:extLst>
                        <a:ext uri="{9D8B030D-6E8A-4147-A177-3AD203B41FA5}">
                          <a16:colId xmlns:a16="http://schemas.microsoft.com/office/drawing/2014/main" val="322572106"/>
                        </a:ext>
                      </a:extLst>
                    </a:gridCol>
                    <a:gridCol w="566520">
                      <a:extLst>
                        <a:ext uri="{9D8B030D-6E8A-4147-A177-3AD203B41FA5}">
                          <a16:colId xmlns:a16="http://schemas.microsoft.com/office/drawing/2014/main" val="393348593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pt-BR" noProof="0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114300" indent="0" algn="just">
                            <a:spcBef>
                              <a:spcPts val="0"/>
                            </a:spcBef>
                            <a:spcAft>
                              <a:spcPts val="1200"/>
                            </a:spcAft>
                            <a:buClr>
                              <a:schemeClr val="accent1">
                                <a:lumMod val="75000"/>
                              </a:schemeClr>
                            </a:buCl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t-BR" sz="1800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pt-BR" sz="1800" b="0" i="1" noProof="0" smtClean="0"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sz="1800" b="0" i="1" noProof="0" smtClean="0"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e>
                                      <m:sub>
                                        <m:r>
                                          <a:rPr lang="pt-BR" sz="1800" b="0" i="1" noProof="0" smtClean="0"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  <m:r>
                                          <a:rPr lang="pt-BR" sz="1800" b="0" i="1" noProof="0" smtClean="0"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+1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pt-BR" sz="1800" b="0" i="1" noProof="0" smtClean="0"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sz="1800" b="0" i="1" noProof="0" smtClean="0"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e>
                                      <m:sub>
                                        <m:r>
                                          <a:rPr lang="pt-BR" sz="1800" b="0" i="1" noProof="0" smtClean="0"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</m:den>
                                </m:f>
                                <m:r>
                                  <a:rPr lang="pt-BR" sz="1800" b="0" i="1" noProof="0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pt-BR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pt-BR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sSubSup>
                                  <m:sSubSupPr>
                                    <m:ctrlPr>
                                      <a:rPr lang="pt-BR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pt-BR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pt-BR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  <m:sup>
                                    <m:r>
                                      <a:rPr lang="pt-BR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𝛼</m:t>
                                    </m:r>
                                    <m:r>
                                      <a:rPr lang="pt-BR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−1</m:t>
                                    </m:r>
                                  </m:sup>
                                </m:sSubSup>
                                <m:r>
                                  <a:rPr lang="pt-BR" b="0" i="1" noProof="0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pt-BR" sz="1800" b="0" i="1" noProof="0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lang="pt-BR" sz="1800" b="0" i="1" noProof="0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𝛿</m:t>
                                </m:r>
                                <m:r>
                                  <a:rPr lang="pt-BR" b="0" i="1" noProof="0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pt-BR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pt-BR" b="0" i="1" noProof="0" smtClean="0"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b="0" i="1" noProof="0" smtClean="0"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e>
                                      <m:sub>
                                        <m:r>
                                          <a:rPr lang="pt-BR" b="0" i="1" noProof="0" smtClean="0"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pt-BR" b="0" i="1" noProof="0" smtClean="0"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b="0" i="1" noProof="0" smtClean="0"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e>
                                      <m:sub>
                                        <m:r>
                                          <a:rPr lang="pt-BR" b="0" i="1" noProof="0" smtClean="0"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</m:den>
                                </m:f>
                              </m:oMath>
                            </m:oMathPara>
                          </a14:m>
                          <a:endParaRPr lang="pt-BR" b="0" noProof="0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BR" sz="1600" b="0" i="0" u="none" strike="noStrike" kern="1200" cap="none" noProof="0" dirty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Gotham Book" panose="02000604030000020004" pitchFamily="2" charset="0"/>
                              <a:cs typeface="Calibri"/>
                              <a:sym typeface="Calibri"/>
                            </a:rPr>
                            <a:t>(11)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893949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a 2">
                <a:extLst>
                  <a:ext uri="{FF2B5EF4-FFF2-40B4-BE49-F238E27FC236}">
                    <a16:creationId xmlns:a16="http://schemas.microsoft.com/office/drawing/2014/main" id="{BE3D3BD1-F80F-1B7C-3310-171ABBDA6AA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63041833"/>
                  </p:ext>
                </p:extLst>
              </p:nvPr>
            </p:nvGraphicFramePr>
            <p:xfrm>
              <a:off x="2106828" y="2720290"/>
              <a:ext cx="8127999" cy="8110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46279">
                      <a:extLst>
                        <a:ext uri="{9D8B030D-6E8A-4147-A177-3AD203B41FA5}">
                          <a16:colId xmlns:a16="http://schemas.microsoft.com/office/drawing/2014/main" val="3336428242"/>
                        </a:ext>
                      </a:extLst>
                    </a:gridCol>
                    <a:gridCol w="7315200">
                      <a:extLst>
                        <a:ext uri="{9D8B030D-6E8A-4147-A177-3AD203B41FA5}">
                          <a16:colId xmlns:a16="http://schemas.microsoft.com/office/drawing/2014/main" val="322572106"/>
                        </a:ext>
                      </a:extLst>
                    </a:gridCol>
                    <a:gridCol w="566520">
                      <a:extLst>
                        <a:ext uri="{9D8B030D-6E8A-4147-A177-3AD203B41FA5}">
                          <a16:colId xmlns:a16="http://schemas.microsoft.com/office/drawing/2014/main" val="3933485931"/>
                        </a:ext>
                      </a:extLst>
                    </a:gridCol>
                  </a:tblGrid>
                  <a:tr h="811022">
                    <a:tc>
                      <a:txBody>
                        <a:bodyPr/>
                        <a:lstStyle/>
                        <a:p>
                          <a:endParaRPr lang="pt-BR" noProof="0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3414" t="-746" r="-8160" b="-29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BR" sz="1600" b="0" i="0" u="none" strike="noStrike" kern="1200" cap="none" noProof="0" dirty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Gotham Book" panose="02000604030000020004" pitchFamily="2" charset="0"/>
                              <a:cs typeface="Calibri"/>
                              <a:sym typeface="Calibri"/>
                            </a:rPr>
                            <a:t>(11)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893949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a 3">
                <a:extLst>
                  <a:ext uri="{FF2B5EF4-FFF2-40B4-BE49-F238E27FC236}">
                    <a16:creationId xmlns:a16="http://schemas.microsoft.com/office/drawing/2014/main" id="{1C69661E-F064-0A63-F418-A9428010748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49835392"/>
                  </p:ext>
                </p:extLst>
              </p:nvPr>
            </p:nvGraphicFramePr>
            <p:xfrm>
              <a:off x="2026271" y="4653338"/>
              <a:ext cx="8127999" cy="7926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46279">
                      <a:extLst>
                        <a:ext uri="{9D8B030D-6E8A-4147-A177-3AD203B41FA5}">
                          <a16:colId xmlns:a16="http://schemas.microsoft.com/office/drawing/2014/main" val="3336428242"/>
                        </a:ext>
                      </a:extLst>
                    </a:gridCol>
                    <a:gridCol w="7153838">
                      <a:extLst>
                        <a:ext uri="{9D8B030D-6E8A-4147-A177-3AD203B41FA5}">
                          <a16:colId xmlns:a16="http://schemas.microsoft.com/office/drawing/2014/main" val="322572106"/>
                        </a:ext>
                      </a:extLst>
                    </a:gridCol>
                    <a:gridCol w="727882">
                      <a:extLst>
                        <a:ext uri="{9D8B030D-6E8A-4147-A177-3AD203B41FA5}">
                          <a16:colId xmlns:a16="http://schemas.microsoft.com/office/drawing/2014/main" val="393348593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pt-BR" noProof="0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114300" indent="0" algn="just">
                            <a:spcBef>
                              <a:spcPts val="0"/>
                            </a:spcBef>
                            <a:spcAft>
                              <a:spcPts val="1200"/>
                            </a:spcAft>
                            <a:buClr>
                              <a:schemeClr val="accent1">
                                <a:lumMod val="75000"/>
                              </a:schemeClr>
                            </a:buCl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t-BR" sz="1800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pt-BR" sz="1800" b="0" i="1" noProof="0" smtClean="0"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sz="1800" b="0" i="1" noProof="0" smtClean="0"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e>
                                      <m:sub>
                                        <m:r>
                                          <a:rPr lang="pt-BR" sz="1800" b="0" i="1" noProof="0" smtClean="0"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  <m:r>
                                          <a:rPr lang="pt-BR" sz="1800" b="0" i="1" noProof="0" smtClean="0"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+1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pt-BR" sz="1800" b="0" i="1" noProof="0" smtClean="0"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sz="1800" b="0" i="1" noProof="0" smtClean="0"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e>
                                      <m:sub>
                                        <m:r>
                                          <a:rPr lang="pt-BR" sz="1800" b="0" i="1" noProof="0" smtClean="0"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</m:den>
                                </m:f>
                                <m:r>
                                  <a:rPr lang="pt-BR" b="0" i="1" noProof="0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lang="pt-BR" sz="1800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pt-BR" b="0" i="1" noProof="0" smtClean="0"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pt-BR" b="0" i="1" noProof="0" smtClean="0"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  <m:d>
                                          <m:dPr>
                                            <m:ctrlPr>
                                              <a:rPr lang="pt-BR" b="0" i="1" noProof="0" smtClean="0">
                                                <a:solidFill>
                                                  <a:schemeClr val="tx1">
                                                    <a:lumMod val="75000"/>
                                                    <a:lumOff val="2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pt-BR" b="0" i="1" noProof="0" smtClean="0">
                                                <a:solidFill>
                                                  <a:schemeClr val="tx1">
                                                    <a:lumMod val="75000"/>
                                                    <a:lumOff val="2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1+</m:t>
                                            </m:r>
                                            <m:r>
                                              <a:rPr lang="pt-BR" b="0" i="1" noProof="0" smtClean="0">
                                                <a:solidFill>
                                                  <a:schemeClr val="tx1">
                                                    <a:lumMod val="75000"/>
                                                    <a:lumOff val="2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𝛼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pt-BR" b="0" i="1" noProof="0" smtClean="0">
                                                    <a:solidFill>
                                                      <a:schemeClr val="tx1">
                                                        <a:lumMod val="75000"/>
                                                        <a:lumOff val="25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pt-BR" b="0" i="1" noProof="0" smtClean="0">
                                                    <a:solidFill>
                                                      <a:schemeClr val="tx1">
                                                        <a:lumMod val="75000"/>
                                                        <a:lumOff val="25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𝐴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pt-BR" b="0" i="1" noProof="0" smtClean="0">
                                                    <a:solidFill>
                                                      <a:schemeClr val="tx1">
                                                        <a:lumMod val="75000"/>
                                                        <a:lumOff val="25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𝑡</m:t>
                                                </m:r>
                                                <m:r>
                                                  <a:rPr lang="pt-BR" b="0" i="1" noProof="0" smtClean="0">
                                                    <a:solidFill>
                                                      <a:schemeClr val="tx1">
                                                        <a:lumMod val="75000"/>
                                                        <a:lumOff val="25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+1</m:t>
                                                </m:r>
                                              </m:sub>
                                            </m:sSub>
                                            <m:sSubSup>
                                              <m:sSubSupPr>
                                                <m:ctrlPr>
                                                  <a:rPr lang="pt-BR" b="0" i="1" noProof="0" smtClean="0">
                                                    <a:solidFill>
                                                      <a:schemeClr val="tx1">
                                                        <a:lumMod val="75000"/>
                                                        <a:lumOff val="25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bSupPr>
                                              <m:e>
                                                <m:r>
                                                  <a:rPr lang="pt-BR" b="0" i="1" noProof="0" smtClean="0">
                                                    <a:solidFill>
                                                      <a:schemeClr val="tx1">
                                                        <a:lumMod val="75000"/>
                                                        <a:lumOff val="25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𝑘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pt-BR" b="0" i="1" noProof="0" smtClean="0">
                                                    <a:solidFill>
                                                      <a:schemeClr val="tx1">
                                                        <a:lumMod val="75000"/>
                                                        <a:lumOff val="25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𝑡</m:t>
                                                </m:r>
                                                <m:r>
                                                  <a:rPr lang="pt-BR" b="0" i="1" noProof="0" smtClean="0">
                                                    <a:solidFill>
                                                      <a:schemeClr val="tx1">
                                                        <a:lumMod val="75000"/>
                                                        <a:lumOff val="25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+1</m:t>
                                                </m:r>
                                              </m:sub>
                                              <m:sup>
                                                <m:r>
                                                  <a:rPr lang="pt-BR" b="0" i="1" noProof="0" smtClean="0">
                                                    <a:solidFill>
                                                      <a:schemeClr val="tx1">
                                                        <a:lumMod val="75000"/>
                                                        <a:lumOff val="25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𝛼</m:t>
                                                </m:r>
                                                <m:r>
                                                  <a:rPr lang="pt-BR" b="0" i="1" noProof="0" smtClean="0">
                                                    <a:solidFill>
                                                      <a:schemeClr val="tx1">
                                                        <a:lumMod val="75000"/>
                                                        <a:lumOff val="25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−1</m:t>
                                                </m:r>
                                              </m:sup>
                                            </m:sSubSup>
                                            <m:r>
                                              <a:rPr lang="pt-BR" sz="1800" b="0" i="1" noProof="0" smtClean="0">
                                                <a:solidFill>
                                                  <a:schemeClr val="tx1">
                                                    <a:lumMod val="75000"/>
                                                    <a:lumOff val="2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r>
                                              <a:rPr lang="pt-BR" sz="1800" b="0" i="1" noProof="0" smtClean="0">
                                                <a:solidFill>
                                                  <a:schemeClr val="tx1">
                                                    <a:lumMod val="75000"/>
                                                    <a:lumOff val="2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𝛿</m:t>
                                            </m:r>
                                          </m:e>
                                        </m:d>
                                      </m:e>
                                    </m:d>
                                  </m:e>
                                  <m:sup>
                                    <m:f>
                                      <m:fPr>
                                        <m:ctrlPr>
                                          <a:rPr lang="pt-BR" sz="1800" b="0" i="1" noProof="0" smtClean="0"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pt-BR" sz="1800" b="0" i="1" noProof="0" smtClean="0"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pt-BR" sz="1800" b="0" i="1" noProof="0" smtClean="0"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den>
                                    </m:f>
                                  </m:sup>
                                </m:sSup>
                              </m:oMath>
                            </m:oMathPara>
                          </a14:m>
                          <a:endParaRPr lang="pt-BR" b="0" noProof="0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BR" sz="1600" b="0" i="0" noProof="0" dirty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Gotham Light" pitchFamily="2" charset="0"/>
                            </a:rPr>
                            <a:t>(12)</a:t>
                          </a:r>
                          <a:endParaRPr lang="pt-BR" sz="1600" noProof="0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893949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a 3">
                <a:extLst>
                  <a:ext uri="{FF2B5EF4-FFF2-40B4-BE49-F238E27FC236}">
                    <a16:creationId xmlns:a16="http://schemas.microsoft.com/office/drawing/2014/main" id="{1C69661E-F064-0A63-F418-A9428010748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49835392"/>
                  </p:ext>
                </p:extLst>
              </p:nvPr>
            </p:nvGraphicFramePr>
            <p:xfrm>
              <a:off x="2026271" y="4653338"/>
              <a:ext cx="8127999" cy="7926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46279">
                      <a:extLst>
                        <a:ext uri="{9D8B030D-6E8A-4147-A177-3AD203B41FA5}">
                          <a16:colId xmlns:a16="http://schemas.microsoft.com/office/drawing/2014/main" val="3336428242"/>
                        </a:ext>
                      </a:extLst>
                    </a:gridCol>
                    <a:gridCol w="7153838">
                      <a:extLst>
                        <a:ext uri="{9D8B030D-6E8A-4147-A177-3AD203B41FA5}">
                          <a16:colId xmlns:a16="http://schemas.microsoft.com/office/drawing/2014/main" val="322572106"/>
                        </a:ext>
                      </a:extLst>
                    </a:gridCol>
                    <a:gridCol w="727882">
                      <a:extLst>
                        <a:ext uri="{9D8B030D-6E8A-4147-A177-3AD203B41FA5}">
                          <a16:colId xmlns:a16="http://schemas.microsoft.com/office/drawing/2014/main" val="3933485931"/>
                        </a:ext>
                      </a:extLst>
                    </a:gridCol>
                  </a:tblGrid>
                  <a:tr h="792607">
                    <a:tc>
                      <a:txBody>
                        <a:bodyPr/>
                        <a:lstStyle/>
                        <a:p>
                          <a:endParaRPr lang="pt-BR" noProof="0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5"/>
                          <a:stretch>
                            <a:fillRect l="-3489" t="-763" r="-10468" b="-30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BR" sz="1600" b="0" i="0" noProof="0" dirty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Gotham Light" pitchFamily="2" charset="0"/>
                            </a:rPr>
                            <a:t>(12)</a:t>
                          </a:r>
                          <a:endParaRPr lang="pt-BR" sz="1600" noProof="0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893949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0" name="TextBox 5">
            <a:extLst>
              <a:ext uri="{FF2B5EF4-FFF2-40B4-BE49-F238E27FC236}">
                <a16:creationId xmlns:a16="http://schemas.microsoft.com/office/drawing/2014/main" id="{DAA7CB77-1BAE-1C31-5733-89E71C6465BC}"/>
              </a:ext>
            </a:extLst>
          </p:cNvPr>
          <p:cNvSpPr txBox="1"/>
          <p:nvPr/>
        </p:nvSpPr>
        <p:spPr>
          <a:xfrm>
            <a:off x="401933" y="168881"/>
            <a:ext cx="2901706" cy="2333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ts val="1100"/>
              </a:lnSpc>
              <a:defRPr/>
            </a:pPr>
            <a:r>
              <a:rPr lang="pt-BR" sz="1000" noProof="0" dirty="0">
                <a:solidFill>
                  <a:srgbClr val="4D4D4D"/>
                </a:solidFill>
                <a:latin typeface="Gotham Light" pitchFamily="50" charset="0"/>
                <a:cs typeface="Gotham Black" pitchFamily="50" charset="0"/>
              </a:rPr>
              <a:t>Solução</a:t>
            </a:r>
            <a:endParaRPr kumimoji="0" lang="pt-BR" sz="1000" b="1" i="0" u="none" strike="noStrike" kern="1200" cap="none" spc="0" normalizeH="0" baseline="0" noProof="0" dirty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Gotham Light" pitchFamily="50" charset="0"/>
              <a:ea typeface="+mn-ea"/>
              <a:cs typeface="Gotham Black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4613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89">
            <a:extLst>
              <a:ext uri="{FF2B5EF4-FFF2-40B4-BE49-F238E27FC236}">
                <a16:creationId xmlns:a16="http://schemas.microsoft.com/office/drawing/2014/main" id="{5FED718F-9803-800A-F258-487CD4CACD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8336" y="6350242"/>
            <a:ext cx="780356" cy="365792"/>
          </a:xfrm>
          <a:prstGeom prst="rect">
            <a:avLst/>
          </a:prstGeom>
        </p:spPr>
      </p:pic>
      <p:sp>
        <p:nvSpPr>
          <p:cNvPr id="7" name="Rectángulo 5">
            <a:extLst>
              <a:ext uri="{FF2B5EF4-FFF2-40B4-BE49-F238E27FC236}">
                <a16:creationId xmlns:a16="http://schemas.microsoft.com/office/drawing/2014/main" id="{E0388FD9-EC60-F5FE-0362-6544841E372E}"/>
              </a:ext>
            </a:extLst>
          </p:cNvPr>
          <p:cNvSpPr/>
          <p:nvPr/>
        </p:nvSpPr>
        <p:spPr>
          <a:xfrm>
            <a:off x="346933" y="144104"/>
            <a:ext cx="55001" cy="42401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2" name="Grupo 83">
            <a:extLst>
              <a:ext uri="{FF2B5EF4-FFF2-40B4-BE49-F238E27FC236}">
                <a16:creationId xmlns:a16="http://schemas.microsoft.com/office/drawing/2014/main" id="{A4E3474D-8474-798A-0E6D-916DAC09142C}"/>
              </a:ext>
            </a:extLst>
          </p:cNvPr>
          <p:cNvGrpSpPr/>
          <p:nvPr/>
        </p:nvGrpSpPr>
        <p:grpSpPr>
          <a:xfrm>
            <a:off x="0" y="6457233"/>
            <a:ext cx="401934" cy="326337"/>
            <a:chOff x="0" y="6457233"/>
            <a:chExt cx="401934" cy="326337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13" name="Rectángulo redondeado 1">
              <a:extLst>
                <a:ext uri="{FF2B5EF4-FFF2-40B4-BE49-F238E27FC236}">
                  <a16:creationId xmlns:a16="http://schemas.microsoft.com/office/drawing/2014/main" id="{2E36149E-4F40-CC2F-C619-7D35A4F6D6C9}"/>
                </a:ext>
              </a:extLst>
            </p:cNvPr>
            <p:cNvSpPr/>
            <p:nvPr/>
          </p:nvSpPr>
          <p:spPr>
            <a:xfrm>
              <a:off x="0" y="6457233"/>
              <a:ext cx="401934" cy="326337"/>
            </a:xfrm>
            <a:prstGeom prst="flowChartDelay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CuadroTexto 85">
              <a:extLst>
                <a:ext uri="{FF2B5EF4-FFF2-40B4-BE49-F238E27FC236}">
                  <a16:creationId xmlns:a16="http://schemas.microsoft.com/office/drawing/2014/main" id="{1F92F7A6-0826-1FE4-6F5F-0A5263392AAF}"/>
                </a:ext>
              </a:extLst>
            </p:cNvPr>
            <p:cNvSpPr txBox="1"/>
            <p:nvPr/>
          </p:nvSpPr>
          <p:spPr>
            <a:xfrm>
              <a:off x="15073" y="6489596"/>
              <a:ext cx="263223" cy="2616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ok" panose="02000604040000020004" pitchFamily="50" charset="0"/>
                  <a:ea typeface="+mn-ea"/>
                  <a:cs typeface="+mn-cs"/>
                </a:rPr>
                <a:t>6</a:t>
              </a:r>
            </a:p>
          </p:txBody>
        </p:sp>
      </p:grpSp>
      <p:sp>
        <p:nvSpPr>
          <p:cNvPr id="22" name="Título 1">
            <a:extLst>
              <a:ext uri="{FF2B5EF4-FFF2-40B4-BE49-F238E27FC236}">
                <a16:creationId xmlns:a16="http://schemas.microsoft.com/office/drawing/2014/main" id="{53331EDC-2B0E-6359-47A7-183566E32F07}"/>
              </a:ext>
            </a:extLst>
          </p:cNvPr>
          <p:cNvSpPr txBox="1">
            <a:spLocks/>
          </p:cNvSpPr>
          <p:nvPr/>
        </p:nvSpPr>
        <p:spPr bwMode="auto">
          <a:xfrm>
            <a:off x="1500717" y="574516"/>
            <a:ext cx="9190565" cy="859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21920" tIns="60960" rIns="121920" bIns="60960" numCol="1" anchor="ctr" anchorCtr="0" compatLnSpc="1">
            <a:prstTxWarp prst="textNoShape">
              <a:avLst/>
            </a:prstTxWarp>
          </a:bodyPr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pt-BR" sz="2800" b="1" noProof="0" dirty="0">
                <a:solidFill>
                  <a:schemeClr val="accent1">
                    <a:lumMod val="75000"/>
                  </a:schemeClr>
                </a:solidFill>
                <a:latin typeface="Gotham Black" panose="02000604040000020004" pitchFamily="50" charset="0"/>
              </a:rPr>
              <a:t>Caracterização da solução do modelo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Marcador de contenido 2">
                <a:extLst>
                  <a:ext uri="{FF2B5EF4-FFF2-40B4-BE49-F238E27FC236}">
                    <a16:creationId xmlns:a16="http://schemas.microsoft.com/office/drawing/2014/main" id="{6DD32B08-5E7D-A192-C1F5-EB40CC3827C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33320" y="1433844"/>
                <a:ext cx="10275016" cy="51087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42900" algn="l" rtl="0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32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1pPr>
                <a:lvl2pPr marL="914400" marR="0" lvl="1" indent="-342900" algn="l" rtl="0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–"/>
                  <a:defRPr sz="2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2pPr>
                <a:lvl3pPr marL="1371600" marR="0" lvl="2" indent="-342900" algn="l" rtl="0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24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3pPr>
                <a:lvl4pPr marL="1828800" marR="0" lvl="3" indent="-342900" algn="l" rtl="0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–"/>
                  <a:defRPr sz="20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4pPr>
                <a:lvl5pPr marL="2286000" marR="0" lvl="4" indent="-342900" algn="l" rtl="0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»"/>
                  <a:defRPr sz="20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5pPr>
                <a:lvl6pPr marL="2743200" marR="0" lvl="5" indent="-342900" algn="l" rtl="0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20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6pPr>
                <a:lvl7pPr marL="3200400" marR="0" lvl="6" indent="-342900" algn="l" rtl="0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20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7pPr>
                <a:lvl8pPr marL="3657600" marR="0" lvl="7" indent="-342900" algn="l" rtl="0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20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8pPr>
                <a:lvl9pPr marL="4114800" marR="0" lvl="8" indent="-342900" algn="l" rtl="0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20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9pPr>
              </a:lstStyle>
              <a:p>
                <a:pPr marL="114300" indent="0" algn="just">
                  <a:spcBef>
                    <a:spcPts val="0"/>
                  </a:spcBef>
                  <a:spcAft>
                    <a:spcPts val="1200"/>
                  </a:spcAft>
                  <a:buClr>
                    <a:schemeClr val="accent1">
                      <a:lumMod val="75000"/>
                    </a:schemeClr>
                  </a:buClr>
                  <a:buNone/>
                </a:pPr>
                <a:endParaRPr lang="pt-BR" sz="160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otham Book" panose="02000604030000020004" pitchFamily="2" charset="0"/>
                </a:endParaRPr>
              </a:p>
              <a:p>
                <a:pPr>
                  <a:buClr>
                    <a:schemeClr val="accent1">
                      <a:lumMod val="75000"/>
                    </a:schemeClr>
                  </a:buClr>
                </a:pPr>
                <a:r>
                  <a:rPr lang="pt-BR" sz="1600" noProof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Gotham Book" panose="02000604030000020004" pitchFamily="2" charset="0"/>
                  </a:rPr>
                  <a:t>Vamos analisar as duas equações em pormenor. </a:t>
                </a:r>
                <a:r>
                  <a:rPr lang="pt-BR" sz="1600" b="1" noProof="0" dirty="0">
                    <a:solidFill>
                      <a:schemeClr val="accent1">
                        <a:lumMod val="75000"/>
                      </a:schemeClr>
                    </a:solidFill>
                    <a:latin typeface="Gotham Book" panose="02000604030000020004" pitchFamily="2" charset="0"/>
                  </a:rPr>
                  <a:t>Quando é que o consumo cresce nesta economia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t-BR" sz="1600" b="1" i="1" noProof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pt-BR" sz="1600" b="1" i="1" noProof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pt-BR" sz="1600" b="1" i="1" noProof="0">
                                    <a:solidFill>
                                      <a:schemeClr val="accent1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sz="1600" b="1" noProof="0">
                                    <a:solidFill>
                                      <a:schemeClr val="accent1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pt-BR" sz="1600" b="1" noProof="0">
                                    <a:solidFill>
                                      <a:schemeClr val="accent1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pt-BR" sz="1600" b="1" noProof="0">
                                    <a:solidFill>
                                      <a:schemeClr val="accent1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pt-BR" sz="1600" b="1" i="1" noProof="0">
                                    <a:solidFill>
                                      <a:schemeClr val="accent1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sz="1600" b="1" noProof="0">
                                    <a:solidFill>
                                      <a:schemeClr val="accent1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pt-BR" sz="1600" b="1" noProof="0">
                                    <a:solidFill>
                                      <a:schemeClr val="accent1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den>
                        </m:f>
                        <m:r>
                          <a:rPr lang="pt-BR" sz="1600" b="1" noProof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&gt;1</m:t>
                        </m:r>
                      </m:e>
                    </m:d>
                  </m:oMath>
                </a14:m>
                <a:r>
                  <a:rPr lang="pt-BR" sz="1600" b="1" noProof="0" dirty="0">
                    <a:solidFill>
                      <a:schemeClr val="accent1">
                        <a:lumMod val="75000"/>
                      </a:schemeClr>
                    </a:solidFill>
                    <a:latin typeface="Gotham Book" panose="02000604030000020004" pitchFamily="2" charset="0"/>
                  </a:rPr>
                  <a:t>? </a:t>
                </a:r>
                <a:r>
                  <a:rPr lang="pt-BR" sz="1600" noProof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Gotham Book" panose="02000604030000020004" pitchFamily="2" charset="0"/>
                  </a:rPr>
                  <a:t>Podemos usar a equação que descreve a evolução do consumo e limpar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1600" b="0" i="1" noProof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600" b="0" i="1" noProof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pt-BR" sz="1600" b="0" i="1" noProof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pt-BR" sz="1600" noProof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Gotham Book" panose="02000604030000020004" pitchFamily="2" charset="0"/>
                  </a:rPr>
                  <a:t>: </a:t>
                </a:r>
              </a:p>
              <a:p>
                <a:pPr marL="114300" indent="0">
                  <a:buNone/>
                </a:pPr>
                <a:endParaRPr lang="pt-BR" sz="160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otham Book" panose="02000604030000020004" pitchFamily="2" charset="0"/>
                </a:endParaRPr>
              </a:p>
              <a:p>
                <a:pPr marL="114300" indent="0" algn="ctr"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pt-BR" sz="1600" b="0" i="1" noProof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pt-BR" sz="1600" b="0" i="1" noProof="0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1600" b="0" i="1" noProof="0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pt-BR" sz="1600" b="0" i="1" noProof="0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pt-BR" sz="1600" b="0" i="1" noProof="0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pt-BR" sz="1600" b="0" i="1" noProof="0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1600" b="0" i="1" noProof="0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pt-BR" sz="1600" b="0" i="1" noProof="0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den>
                    </m:f>
                    <m:r>
                      <a:rPr lang="pt-BR" sz="1600" b="0" i="1" noProof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&gt;1</m:t>
                    </m:r>
                  </m:oMath>
                </a14:m>
                <a:r>
                  <a:rPr lang="pt-BR" sz="1600" noProof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Gotham Book" panose="02000604030000020004" pitchFamily="2" charset="0"/>
                  </a:rPr>
                  <a:t>, então: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1600" b="0" i="1" noProof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pt-BR" sz="1600" b="0" i="1" noProof="0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sz="1600" i="1" noProof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  <m:d>
                              <m:dPr>
                                <m:ctrlPr>
                                  <a:rPr lang="pt-BR" sz="1600" i="1" noProof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pt-BR" sz="1600" i="1" noProof="0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1+</m:t>
                                </m:r>
                                <m:r>
                                  <a:rPr lang="pt-BR" sz="1600" i="1" noProof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𝛼</m:t>
                                </m:r>
                                <m:r>
                                  <a:rPr lang="pt-BR" sz="1600" b="0" i="1" noProof="0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𝐴</m:t>
                                </m:r>
                                <m:sSubSup>
                                  <m:sSubSupPr>
                                    <m:ctrlPr>
                                      <a:rPr lang="pt-BR" sz="1600" i="1" noProof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pt-BR" sz="1600" i="1" noProof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pt-BR" sz="1600" i="1" noProof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pt-BR" sz="1600" i="1" noProof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  <m:sup>
                                    <m:r>
                                      <a:rPr lang="pt-BR" sz="1600" i="1" noProof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𝛼</m:t>
                                    </m:r>
                                    <m:r>
                                      <a:rPr lang="pt-BR" sz="1600" i="1" noProof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−1</m:t>
                                    </m:r>
                                  </m:sup>
                                </m:sSubSup>
                                <m:r>
                                  <a:rPr lang="pt-BR" sz="1600" i="1" noProof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pt-BR" sz="1600" i="1" noProof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𝛿</m:t>
                                </m:r>
                              </m:e>
                            </m:d>
                          </m:e>
                        </m:d>
                      </m:e>
                      <m:sup>
                        <m:f>
                          <m:fPr>
                            <m:ctrlPr>
                              <a:rPr lang="pt-BR" sz="1600" b="0" i="1" noProof="0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pt-BR" sz="1600" b="0" i="1" noProof="0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pt-BR" sz="1600" b="0" i="1" noProof="0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den>
                        </m:f>
                      </m:sup>
                    </m:sSup>
                    <m:r>
                      <a:rPr lang="pt-BR" sz="1600" b="0" i="1" noProof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&gt;1</m:t>
                    </m:r>
                  </m:oMath>
                </a14:m>
                <a:endParaRPr lang="pt-BR" sz="160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otham Book" panose="02000604030000020004" pitchFamily="2" charset="0"/>
                </a:endParaRPr>
              </a:p>
              <a:p>
                <a:pPr marL="114300" indent="0" algn="ctr">
                  <a:buNone/>
                </a:pPr>
                <a:endParaRPr lang="pt-BR" sz="160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otham Book" panose="02000604030000020004" pitchFamily="2" charset="0"/>
                </a:endParaRPr>
              </a:p>
              <a:p>
                <a:pPr>
                  <a:buClr>
                    <a:schemeClr val="accent1">
                      <a:lumMod val="75000"/>
                    </a:schemeClr>
                  </a:buClr>
                </a:pPr>
                <a:r>
                  <a:rPr lang="pt-BR" sz="1600" noProof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Gotham Book" panose="02000604030000020004" pitchFamily="2" charset="0"/>
                  </a:rPr>
                  <a:t>Após alguns passos algébricos, isto é satisfeito quando: </a:t>
                </a:r>
              </a:p>
              <a:p>
                <a:endParaRPr lang="pt-BR" sz="160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otham Book" panose="02000604030000020004" pitchFamily="2" charset="0"/>
                </a:endParaRPr>
              </a:p>
              <a:p>
                <a:endParaRPr lang="pt-BR" sz="160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otham Book" panose="02000604030000020004" pitchFamily="2" charset="0"/>
                </a:endParaRPr>
              </a:p>
              <a:p>
                <a:endParaRPr lang="pt-BR" sz="160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otham Book" panose="02000604030000020004" pitchFamily="2" charset="0"/>
                </a:endParaRPr>
              </a:p>
              <a:p>
                <a:endParaRPr lang="pt-BR" sz="160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otham Book" panose="02000604030000020004" pitchFamily="2" charset="0"/>
                </a:endParaRPr>
              </a:p>
              <a:p>
                <a:endParaRPr lang="pt-BR" sz="160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otham Book" panose="02000604030000020004" pitchFamily="2" charset="0"/>
                </a:endParaRPr>
              </a:p>
              <a:p>
                <a:endParaRPr lang="pt-BR" sz="160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otham Book" panose="02000604030000020004" pitchFamily="2" charset="0"/>
                </a:endParaRPr>
              </a:p>
              <a:p>
                <a:pPr>
                  <a:buClr>
                    <a:schemeClr val="accent1">
                      <a:lumMod val="75000"/>
                    </a:schemeClr>
                  </a:buClr>
                </a:pPr>
                <a:r>
                  <a:rPr lang="pt-BR" sz="1600" noProof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Gotham Book" panose="02000604030000020004" pitchFamily="2" charset="0"/>
                  </a:rPr>
                  <a:t>Quando o </a:t>
                </a:r>
                <a:r>
                  <a:rPr lang="pt-BR" sz="1600" b="1" noProof="0" dirty="0">
                    <a:solidFill>
                      <a:schemeClr val="accent1">
                        <a:lumMod val="75000"/>
                      </a:schemeClr>
                    </a:solidFill>
                    <a:latin typeface="Gotham Book" panose="02000604030000020004" pitchFamily="2" charset="0"/>
                  </a:rPr>
                  <a:t>capital está abaixo deste valor, o consumo cresce</a:t>
                </a:r>
                <a:r>
                  <a:rPr lang="pt-BR" sz="1600" noProof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Gotham Book" panose="02000604030000020004" pitchFamily="2" charset="0"/>
                  </a:rPr>
                  <a:t>.</a:t>
                </a:r>
              </a:p>
              <a:p>
                <a:endParaRPr lang="pt-BR" sz="160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otham Book" panose="02000604030000020004" pitchFamily="2" charset="0"/>
                </a:endParaRPr>
              </a:p>
              <a:p>
                <a:pPr marL="114300" indent="0">
                  <a:buNone/>
                </a:pPr>
                <a:endParaRPr lang="pt-BR" sz="160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otham Book" panose="02000604030000020004" pitchFamily="2" charset="0"/>
                </a:endParaRPr>
              </a:p>
              <a:p>
                <a:endParaRPr lang="pt-BR" sz="160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otham Book" panose="02000604030000020004" pitchFamily="2" charset="0"/>
                </a:endParaRPr>
              </a:p>
              <a:p>
                <a:pPr marL="114300" indent="0">
                  <a:buNone/>
                </a:pPr>
                <a:endParaRPr lang="pt-BR" sz="160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otham Book" panose="02000604030000020004" pitchFamily="2" charset="0"/>
                </a:endParaRPr>
              </a:p>
              <a:p>
                <a:endParaRPr lang="pt-BR" sz="160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otham Book" panose="02000604030000020004" pitchFamily="2" charset="0"/>
                </a:endParaRPr>
              </a:p>
              <a:p>
                <a:endParaRPr lang="pt-BR" sz="160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otham Book" panose="02000604030000020004" pitchFamily="2" charset="0"/>
                </a:endParaRPr>
              </a:p>
              <a:p>
                <a:pPr marL="114300" indent="0" algn="just">
                  <a:spcBef>
                    <a:spcPts val="0"/>
                  </a:spcBef>
                  <a:spcAft>
                    <a:spcPts val="1200"/>
                  </a:spcAft>
                  <a:buClr>
                    <a:schemeClr val="accent1">
                      <a:lumMod val="75000"/>
                    </a:schemeClr>
                  </a:buClr>
                  <a:buNone/>
                </a:pPr>
                <a:endParaRPr lang="pt-BR" sz="160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otham Book" panose="02000604030000020004" pitchFamily="2" charset="0"/>
                </a:endParaRPr>
              </a:p>
              <a:p>
                <a:pPr marL="114300" indent="0" algn="just">
                  <a:spcBef>
                    <a:spcPts val="0"/>
                  </a:spcBef>
                  <a:spcAft>
                    <a:spcPts val="1200"/>
                  </a:spcAft>
                  <a:buClr>
                    <a:schemeClr val="accent1">
                      <a:lumMod val="75000"/>
                    </a:schemeClr>
                  </a:buClr>
                  <a:buNone/>
                </a:pPr>
                <a:endParaRPr lang="pt-BR" sz="160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otham Book" panose="02000604030000020004" pitchFamily="2" charset="0"/>
                </a:endParaRPr>
              </a:p>
              <a:p>
                <a:pPr algn="just">
                  <a:spcBef>
                    <a:spcPts val="0"/>
                  </a:spcBef>
                  <a:spcAft>
                    <a:spcPts val="1200"/>
                  </a:spcAft>
                  <a:buClr>
                    <a:schemeClr val="accent1">
                      <a:lumMod val="75000"/>
                    </a:schemeClr>
                  </a:buClr>
                </a:pPr>
                <a:endParaRPr lang="pt-BR" sz="160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otham Book" panose="02000604030000020004" pitchFamily="2" charset="0"/>
                </a:endParaRPr>
              </a:p>
              <a:p>
                <a:pPr algn="just">
                  <a:spcBef>
                    <a:spcPts val="0"/>
                  </a:spcBef>
                  <a:spcAft>
                    <a:spcPts val="1200"/>
                  </a:spcAft>
                  <a:buClr>
                    <a:schemeClr val="accent1">
                      <a:lumMod val="75000"/>
                    </a:schemeClr>
                  </a:buClr>
                </a:pPr>
                <a:endParaRPr lang="pt-BR" sz="160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otham Book" panose="02000604030000020004" pitchFamily="2" charset="0"/>
                </a:endParaRPr>
              </a:p>
              <a:p>
                <a:pPr algn="just">
                  <a:spcBef>
                    <a:spcPts val="0"/>
                  </a:spcBef>
                  <a:spcAft>
                    <a:spcPts val="1200"/>
                  </a:spcAft>
                  <a:buClr>
                    <a:schemeClr val="accent1">
                      <a:lumMod val="75000"/>
                    </a:schemeClr>
                  </a:buClr>
                </a:pPr>
                <a:endParaRPr lang="pt-BR" sz="160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otham Book" panose="02000604030000020004" pitchFamily="2" charset="0"/>
                </a:endParaRPr>
              </a:p>
              <a:p>
                <a:pPr marL="114300" indent="0" algn="just">
                  <a:spcBef>
                    <a:spcPts val="0"/>
                  </a:spcBef>
                  <a:spcAft>
                    <a:spcPts val="1200"/>
                  </a:spcAft>
                  <a:buClr>
                    <a:schemeClr val="accent1">
                      <a:lumMod val="75000"/>
                    </a:schemeClr>
                  </a:buClr>
                  <a:buNone/>
                </a:pPr>
                <a:endParaRPr lang="pt-BR" sz="160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otham Book" panose="02000604030000020004" pitchFamily="2" charset="0"/>
                </a:endParaRPr>
              </a:p>
            </p:txBody>
          </p:sp>
        </mc:Choice>
        <mc:Fallback xmlns="">
          <p:sp>
            <p:nvSpPr>
              <p:cNvPr id="27" name="Marcador de contenido 2">
                <a:extLst>
                  <a:ext uri="{FF2B5EF4-FFF2-40B4-BE49-F238E27FC236}">
                    <a16:creationId xmlns:a16="http://schemas.microsoft.com/office/drawing/2014/main" id="{6DD32B08-5E7D-A192-C1F5-EB40CC3827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3320" y="1433844"/>
                <a:ext cx="10275016" cy="510873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a 1">
                <a:extLst>
                  <a:ext uri="{FF2B5EF4-FFF2-40B4-BE49-F238E27FC236}">
                    <a16:creationId xmlns:a16="http://schemas.microsoft.com/office/drawing/2014/main" id="{2AC1A6A1-B5A9-798B-A464-C40CB78C46C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42887294"/>
                  </p:ext>
                </p:extLst>
              </p:nvPr>
            </p:nvGraphicFramePr>
            <p:xfrm>
              <a:off x="2106828" y="4330277"/>
              <a:ext cx="8127999" cy="100533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46279">
                      <a:extLst>
                        <a:ext uri="{9D8B030D-6E8A-4147-A177-3AD203B41FA5}">
                          <a16:colId xmlns:a16="http://schemas.microsoft.com/office/drawing/2014/main" val="3336428242"/>
                        </a:ext>
                      </a:extLst>
                    </a:gridCol>
                    <a:gridCol w="7147354">
                      <a:extLst>
                        <a:ext uri="{9D8B030D-6E8A-4147-A177-3AD203B41FA5}">
                          <a16:colId xmlns:a16="http://schemas.microsoft.com/office/drawing/2014/main" val="322572106"/>
                        </a:ext>
                      </a:extLst>
                    </a:gridCol>
                    <a:gridCol w="734366">
                      <a:extLst>
                        <a:ext uri="{9D8B030D-6E8A-4147-A177-3AD203B41FA5}">
                          <a16:colId xmlns:a16="http://schemas.microsoft.com/office/drawing/2014/main" val="393348593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pt-BR" noProof="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11430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1200"/>
                            </a:spcAft>
                            <a:buClr>
                              <a:schemeClr val="accent1">
                                <a:lumMod val="75000"/>
                              </a:schemeClr>
                            </a:buClr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pt-BR" sz="1800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800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pt-BR" sz="1800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pt-BR" sz="1800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  <m:r>
                                  <a:rPr lang="pt-BR" sz="1800" b="0" i="1" noProof="0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sSup>
                                  <m:sSupPr>
                                    <m:ctrlPr>
                                      <a:rPr lang="pt-BR" sz="1800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pt-BR" sz="1800" b="0" i="1" noProof="0" smtClean="0"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ctrlPr>
                                              <a:rPr lang="pt-BR" sz="1800" b="0" i="1" noProof="0" smtClean="0">
                                                <a:solidFill>
                                                  <a:schemeClr val="tx1">
                                                    <a:lumMod val="75000"/>
                                                    <a:lumOff val="2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pt-BR" sz="1800" b="0" i="1" noProof="0" smtClean="0">
                                                <a:solidFill>
                                                  <a:schemeClr val="tx1">
                                                    <a:lumMod val="75000"/>
                                                    <a:lumOff val="2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𝛼</m:t>
                                            </m:r>
                                            <m:r>
                                              <a:rPr lang="pt-BR" sz="1800" b="0" i="1" noProof="0" smtClean="0">
                                                <a:solidFill>
                                                  <a:schemeClr val="tx1">
                                                    <a:lumMod val="75000"/>
                                                    <a:lumOff val="2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𝐴</m:t>
                                            </m:r>
                                            <m:r>
                                              <a:rPr lang="pt-BR" sz="1800" b="0" i="1" noProof="0" smtClean="0">
                                                <a:solidFill>
                                                  <a:schemeClr val="tx1">
                                                    <a:lumMod val="75000"/>
                                                    <a:lumOff val="2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𝛽</m:t>
                                            </m:r>
                                          </m:num>
                                          <m:den>
                                            <m:r>
                                              <a:rPr lang="pt-BR" sz="1800" b="0" i="1" noProof="0" smtClean="0">
                                                <a:solidFill>
                                                  <a:schemeClr val="tx1">
                                                    <a:lumMod val="75000"/>
                                                    <a:lumOff val="2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1−</m:t>
                                            </m:r>
                                            <m:r>
                                              <a:rPr lang="pt-BR" sz="1800" b="0" i="1" noProof="0" smtClean="0">
                                                <a:solidFill>
                                                  <a:schemeClr val="tx1">
                                                    <a:lumMod val="75000"/>
                                                    <a:lumOff val="2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𝛽</m:t>
                                            </m:r>
                                            <m:d>
                                              <m:dPr>
                                                <m:ctrlPr>
                                                  <a:rPr lang="pt-BR" sz="1800" b="0" i="1" noProof="0" smtClean="0">
                                                    <a:solidFill>
                                                      <a:schemeClr val="tx1">
                                                        <a:lumMod val="75000"/>
                                                        <a:lumOff val="25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pt-BR" sz="1800" b="0" i="1" noProof="0" smtClean="0">
                                                    <a:solidFill>
                                                      <a:schemeClr val="tx1">
                                                        <a:lumMod val="75000"/>
                                                        <a:lumOff val="25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1−</m:t>
                                                </m:r>
                                                <m:r>
                                                  <a:rPr lang="pt-BR" sz="1800" b="0" i="1" noProof="0" smtClean="0">
                                                    <a:solidFill>
                                                      <a:schemeClr val="tx1">
                                                        <a:lumMod val="75000"/>
                                                        <a:lumOff val="25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𝛿</m:t>
                                                </m:r>
                                              </m:e>
                                            </m:d>
                                          </m:den>
                                        </m:f>
                                      </m:e>
                                    </m:d>
                                  </m:e>
                                  <m:sup>
                                    <m:f>
                                      <m:fPr>
                                        <m:ctrlPr>
                                          <a:rPr lang="pt-BR" sz="1800" b="0" i="1" noProof="0" smtClean="0"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pt-BR" sz="1800" b="0" i="1" noProof="0" smtClean="0"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pt-BR" sz="1800" b="0" i="1" noProof="0" smtClean="0"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1−</m:t>
                                        </m:r>
                                        <m:r>
                                          <a:rPr lang="pt-BR" sz="1800" b="0" i="1" noProof="0" smtClean="0"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den>
                                    </m:f>
                                  </m:sup>
                                </m:sSup>
                              </m:oMath>
                            </m:oMathPara>
                          </a14:m>
                          <a:endParaRPr lang="pt-BR" sz="1800" noProof="0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Gotham Book" panose="02000604030000020004" pitchFamily="2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BR" sz="1600" b="0" i="0" noProof="0" dirty="0">
                              <a:solidFill>
                                <a:schemeClr val="tx1"/>
                              </a:solidFill>
                              <a:latin typeface="Gotham Light" pitchFamily="2" charset="0"/>
                            </a:rPr>
                            <a:t>(13)</a:t>
                          </a:r>
                          <a:endParaRPr lang="pt-BR" sz="1600" noProof="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893949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a 1">
                <a:extLst>
                  <a:ext uri="{FF2B5EF4-FFF2-40B4-BE49-F238E27FC236}">
                    <a16:creationId xmlns:a16="http://schemas.microsoft.com/office/drawing/2014/main" id="{2AC1A6A1-B5A9-798B-A464-C40CB78C46C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42887294"/>
                  </p:ext>
                </p:extLst>
              </p:nvPr>
            </p:nvGraphicFramePr>
            <p:xfrm>
              <a:off x="2106828" y="4330277"/>
              <a:ext cx="8127999" cy="100533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46279">
                      <a:extLst>
                        <a:ext uri="{9D8B030D-6E8A-4147-A177-3AD203B41FA5}">
                          <a16:colId xmlns:a16="http://schemas.microsoft.com/office/drawing/2014/main" val="3336428242"/>
                        </a:ext>
                      </a:extLst>
                    </a:gridCol>
                    <a:gridCol w="7147354">
                      <a:extLst>
                        <a:ext uri="{9D8B030D-6E8A-4147-A177-3AD203B41FA5}">
                          <a16:colId xmlns:a16="http://schemas.microsoft.com/office/drawing/2014/main" val="322572106"/>
                        </a:ext>
                      </a:extLst>
                    </a:gridCol>
                    <a:gridCol w="734366">
                      <a:extLst>
                        <a:ext uri="{9D8B030D-6E8A-4147-A177-3AD203B41FA5}">
                          <a16:colId xmlns:a16="http://schemas.microsoft.com/office/drawing/2014/main" val="3933485931"/>
                        </a:ext>
                      </a:extLst>
                    </a:gridCol>
                  </a:tblGrid>
                  <a:tr h="1005332">
                    <a:tc>
                      <a:txBody>
                        <a:bodyPr/>
                        <a:lstStyle/>
                        <a:p>
                          <a:endParaRPr lang="pt-BR" noProof="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5"/>
                          <a:stretch>
                            <a:fillRect l="-3495" t="-602" r="-10742" b="-24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BR" sz="1600" b="0" i="0" noProof="0" dirty="0">
                              <a:solidFill>
                                <a:schemeClr val="tx1"/>
                              </a:solidFill>
                              <a:latin typeface="Gotham Light" pitchFamily="2" charset="0"/>
                            </a:rPr>
                            <a:t>(13)</a:t>
                          </a:r>
                          <a:endParaRPr lang="pt-BR" sz="1600" noProof="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893949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TextBox 5">
            <a:extLst>
              <a:ext uri="{FF2B5EF4-FFF2-40B4-BE49-F238E27FC236}">
                <a16:creationId xmlns:a16="http://schemas.microsoft.com/office/drawing/2014/main" id="{1A93F90B-6AC2-B433-51BC-9B8600F68DAD}"/>
              </a:ext>
            </a:extLst>
          </p:cNvPr>
          <p:cNvSpPr txBox="1"/>
          <p:nvPr/>
        </p:nvSpPr>
        <p:spPr>
          <a:xfrm>
            <a:off x="401933" y="168881"/>
            <a:ext cx="2901706" cy="2333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ts val="1100"/>
              </a:lnSpc>
              <a:defRPr/>
            </a:pPr>
            <a:r>
              <a:rPr lang="pt-BR" sz="1000" noProof="0" dirty="0">
                <a:solidFill>
                  <a:srgbClr val="4D4D4D"/>
                </a:solidFill>
                <a:latin typeface="Gotham Light" pitchFamily="50" charset="0"/>
                <a:cs typeface="Gotham Black" pitchFamily="50" charset="0"/>
              </a:rPr>
              <a:t>Solução</a:t>
            </a:r>
            <a:endParaRPr kumimoji="0" lang="pt-BR" sz="1000" b="1" i="0" u="none" strike="noStrike" kern="1200" cap="none" spc="0" normalizeH="0" baseline="0" noProof="0" dirty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Gotham Light" pitchFamily="50" charset="0"/>
              <a:ea typeface="+mn-ea"/>
              <a:cs typeface="Gotham Black" pitchFamily="50" charset="0"/>
            </a:endParaRPr>
          </a:p>
        </p:txBody>
      </p:sp>
      <p:sp>
        <p:nvSpPr>
          <p:cNvPr id="3" name="Slide Number Placeholder 13">
            <a:extLst>
              <a:ext uri="{FF2B5EF4-FFF2-40B4-BE49-F238E27FC236}">
                <a16:creationId xmlns:a16="http://schemas.microsoft.com/office/drawing/2014/main" id="{9E89EE7A-5952-E3F8-214C-E86A381F1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80550" y="6507601"/>
            <a:ext cx="401933" cy="208433"/>
          </a:xfrm>
          <a:solidFill>
            <a:srgbClr val="B4C7E7"/>
          </a:solidFill>
        </p:spPr>
        <p:txBody>
          <a:bodyPr/>
          <a:lstStyle/>
          <a:p>
            <a:pPr algn="ctr"/>
            <a:fld id="{EE745C5F-8F31-4318-ABF5-660B737895AE}" type="slidenum">
              <a:rPr lang="pt-BR" sz="1000" noProof="0" smtClean="0">
                <a:solidFill>
                  <a:schemeClr val="bg1"/>
                </a:solidFill>
                <a:latin typeface="Gotham Book" panose="02000604040000020004" pitchFamily="50" charset="0"/>
              </a:rPr>
              <a:pPr algn="ctr"/>
              <a:t>16</a:t>
            </a:fld>
            <a:endParaRPr lang="pt-BR" sz="1000" noProof="0" dirty="0">
              <a:solidFill>
                <a:schemeClr val="bg1"/>
              </a:solidFill>
              <a:latin typeface="Gotham Book" panose="02000604040000020004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86615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89">
            <a:extLst>
              <a:ext uri="{FF2B5EF4-FFF2-40B4-BE49-F238E27FC236}">
                <a16:creationId xmlns:a16="http://schemas.microsoft.com/office/drawing/2014/main" id="{5FED718F-9803-800A-F258-487CD4CACD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8336" y="6350242"/>
            <a:ext cx="780356" cy="365792"/>
          </a:xfrm>
          <a:prstGeom prst="rect">
            <a:avLst/>
          </a:prstGeom>
        </p:spPr>
      </p:pic>
      <p:sp>
        <p:nvSpPr>
          <p:cNvPr id="7" name="Rectángulo 5">
            <a:extLst>
              <a:ext uri="{FF2B5EF4-FFF2-40B4-BE49-F238E27FC236}">
                <a16:creationId xmlns:a16="http://schemas.microsoft.com/office/drawing/2014/main" id="{E0388FD9-EC60-F5FE-0362-6544841E372E}"/>
              </a:ext>
            </a:extLst>
          </p:cNvPr>
          <p:cNvSpPr/>
          <p:nvPr/>
        </p:nvSpPr>
        <p:spPr>
          <a:xfrm>
            <a:off x="346933" y="144104"/>
            <a:ext cx="55001" cy="42401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2" name="Grupo 83">
            <a:extLst>
              <a:ext uri="{FF2B5EF4-FFF2-40B4-BE49-F238E27FC236}">
                <a16:creationId xmlns:a16="http://schemas.microsoft.com/office/drawing/2014/main" id="{A4E3474D-8474-798A-0E6D-916DAC09142C}"/>
              </a:ext>
            </a:extLst>
          </p:cNvPr>
          <p:cNvGrpSpPr/>
          <p:nvPr/>
        </p:nvGrpSpPr>
        <p:grpSpPr>
          <a:xfrm>
            <a:off x="0" y="6457233"/>
            <a:ext cx="401934" cy="326337"/>
            <a:chOff x="0" y="6457233"/>
            <a:chExt cx="401934" cy="326337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13" name="Rectángulo redondeado 1">
              <a:extLst>
                <a:ext uri="{FF2B5EF4-FFF2-40B4-BE49-F238E27FC236}">
                  <a16:creationId xmlns:a16="http://schemas.microsoft.com/office/drawing/2014/main" id="{2E36149E-4F40-CC2F-C619-7D35A4F6D6C9}"/>
                </a:ext>
              </a:extLst>
            </p:cNvPr>
            <p:cNvSpPr/>
            <p:nvPr/>
          </p:nvSpPr>
          <p:spPr>
            <a:xfrm>
              <a:off x="0" y="6457233"/>
              <a:ext cx="401934" cy="326337"/>
            </a:xfrm>
            <a:prstGeom prst="flowChartDelay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CuadroTexto 85">
              <a:extLst>
                <a:ext uri="{FF2B5EF4-FFF2-40B4-BE49-F238E27FC236}">
                  <a16:creationId xmlns:a16="http://schemas.microsoft.com/office/drawing/2014/main" id="{1F92F7A6-0826-1FE4-6F5F-0A5263392AAF}"/>
                </a:ext>
              </a:extLst>
            </p:cNvPr>
            <p:cNvSpPr txBox="1"/>
            <p:nvPr/>
          </p:nvSpPr>
          <p:spPr>
            <a:xfrm>
              <a:off x="15073" y="6489596"/>
              <a:ext cx="263223" cy="2616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ok" panose="02000604040000020004" pitchFamily="50" charset="0"/>
                  <a:ea typeface="+mn-ea"/>
                  <a:cs typeface="+mn-cs"/>
                </a:rPr>
                <a:t>6</a:t>
              </a:r>
            </a:p>
          </p:txBody>
        </p:sp>
      </p:grpSp>
      <p:sp>
        <p:nvSpPr>
          <p:cNvPr id="22" name="Título 1">
            <a:extLst>
              <a:ext uri="{FF2B5EF4-FFF2-40B4-BE49-F238E27FC236}">
                <a16:creationId xmlns:a16="http://schemas.microsoft.com/office/drawing/2014/main" id="{53331EDC-2B0E-6359-47A7-183566E32F07}"/>
              </a:ext>
            </a:extLst>
          </p:cNvPr>
          <p:cNvSpPr txBox="1">
            <a:spLocks/>
          </p:cNvSpPr>
          <p:nvPr/>
        </p:nvSpPr>
        <p:spPr bwMode="auto">
          <a:xfrm>
            <a:off x="1494987" y="740909"/>
            <a:ext cx="9190565" cy="859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21920" tIns="60960" rIns="121920" bIns="60960" numCol="1" anchor="ctr" anchorCtr="0" compatLnSpc="1">
            <a:prstTxWarp prst="textNoShape">
              <a:avLst/>
            </a:prstTxWarp>
          </a:bodyPr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pt-BR" sz="2800" b="1" noProof="0" dirty="0">
                <a:solidFill>
                  <a:schemeClr val="accent1">
                    <a:lumMod val="75000"/>
                  </a:schemeClr>
                </a:solidFill>
                <a:latin typeface="Gotham Black" panose="02000604040000020004" pitchFamily="50" charset="0"/>
              </a:rPr>
              <a:t>Caracterização da solução do modelo</a:t>
            </a:r>
          </a:p>
        </p:txBody>
      </p:sp>
      <p:sp>
        <p:nvSpPr>
          <p:cNvPr id="27" name="Marcador de contenido 2">
            <a:extLst>
              <a:ext uri="{FF2B5EF4-FFF2-40B4-BE49-F238E27FC236}">
                <a16:creationId xmlns:a16="http://schemas.microsoft.com/office/drawing/2014/main" id="{6DD32B08-5E7D-A192-C1F5-EB40CC3827C6}"/>
              </a:ext>
            </a:extLst>
          </p:cNvPr>
          <p:cNvSpPr txBox="1">
            <a:spLocks/>
          </p:cNvSpPr>
          <p:nvPr/>
        </p:nvSpPr>
        <p:spPr>
          <a:xfrm>
            <a:off x="1033320" y="1749267"/>
            <a:ext cx="10275016" cy="5108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114300" indent="0"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  <a:buNone/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pPr>
              <a:buClr>
                <a:schemeClr val="accent1">
                  <a:lumMod val="75000"/>
                </a:schemeClr>
              </a:buClr>
            </a:pPr>
            <a:r>
              <a:rPr lang="pt-BR" sz="16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Gotham Book" panose="02000604030000020004" pitchFamily="2" charset="0"/>
              </a:rPr>
              <a:t>Pelo mesmo argumento, </a:t>
            </a:r>
            <a:r>
              <a:rPr lang="pt-BR" sz="1600" b="1" noProof="0" dirty="0">
                <a:solidFill>
                  <a:schemeClr val="accent1">
                    <a:lumMod val="75000"/>
                  </a:schemeClr>
                </a:solidFill>
                <a:latin typeface="Gotham Book" panose="02000604030000020004" pitchFamily="2" charset="0"/>
              </a:rPr>
              <a:t>o consumo diminui se</a:t>
            </a:r>
            <a:r>
              <a:rPr lang="pt-BR" sz="16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Gotham Book" panose="02000604030000020004" pitchFamily="2" charset="0"/>
              </a:rPr>
              <a:t>:</a:t>
            </a:r>
          </a:p>
          <a:p>
            <a:pPr marL="114300" indent="0">
              <a:buNone/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pPr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pt-BR" sz="16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Gotham Book" panose="02000604030000020004" pitchFamily="2" charset="0"/>
              </a:rPr>
              <a:t>Então </a:t>
            </a:r>
            <a:r>
              <a:rPr lang="pt-BR" sz="1600" b="1" noProof="0" dirty="0">
                <a:solidFill>
                  <a:schemeClr val="accent1">
                    <a:lumMod val="75000"/>
                  </a:schemeClr>
                </a:solidFill>
                <a:latin typeface="Gotham Book" panose="02000604030000020004" pitchFamily="2" charset="0"/>
              </a:rPr>
              <a:t>o consumo está em estado estacionário se</a:t>
            </a:r>
            <a:r>
              <a:rPr lang="pt-BR" sz="16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Gotham Book" panose="02000604030000020004" pitchFamily="2" charset="0"/>
              </a:rPr>
              <a:t>:</a:t>
            </a:r>
          </a:p>
          <a:p>
            <a:pPr marL="114300" indent="0" algn="ctr">
              <a:buNone/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pPr marL="114300" indent="0">
              <a:buNone/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pPr marL="114300" indent="0">
              <a:buNone/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pPr marL="114300" indent="0">
              <a:buNone/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pPr marL="114300" indent="0">
              <a:buNone/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pPr marL="114300" indent="0"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  <a:buNone/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pPr marL="114300" indent="0"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  <a:buNone/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pPr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pPr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pPr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pPr marL="114300" indent="0"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  <a:buNone/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a 1">
                <a:extLst>
                  <a:ext uri="{FF2B5EF4-FFF2-40B4-BE49-F238E27FC236}">
                    <a16:creationId xmlns:a16="http://schemas.microsoft.com/office/drawing/2014/main" id="{2AC1A6A1-B5A9-798B-A464-C40CB78C46C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08159810"/>
                  </p:ext>
                </p:extLst>
              </p:nvPr>
            </p:nvGraphicFramePr>
            <p:xfrm>
              <a:off x="2026271" y="2783442"/>
              <a:ext cx="8127999" cy="12796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46279">
                      <a:extLst>
                        <a:ext uri="{9D8B030D-6E8A-4147-A177-3AD203B41FA5}">
                          <a16:colId xmlns:a16="http://schemas.microsoft.com/office/drawing/2014/main" val="3336428242"/>
                        </a:ext>
                      </a:extLst>
                    </a:gridCol>
                    <a:gridCol w="7147354">
                      <a:extLst>
                        <a:ext uri="{9D8B030D-6E8A-4147-A177-3AD203B41FA5}">
                          <a16:colId xmlns:a16="http://schemas.microsoft.com/office/drawing/2014/main" val="322572106"/>
                        </a:ext>
                      </a:extLst>
                    </a:gridCol>
                    <a:gridCol w="734366">
                      <a:extLst>
                        <a:ext uri="{9D8B030D-6E8A-4147-A177-3AD203B41FA5}">
                          <a16:colId xmlns:a16="http://schemas.microsoft.com/office/drawing/2014/main" val="393348593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pt-BR" noProof="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11430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1200"/>
                            </a:spcAft>
                            <a:buClr>
                              <a:schemeClr val="accent1">
                                <a:lumMod val="75000"/>
                              </a:schemeClr>
                            </a:buClr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pt-BR" sz="1800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800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pt-BR" sz="1800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pt-BR" sz="1800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  <m:r>
                                  <a:rPr lang="pt-BR" sz="1800" b="0" i="1" noProof="0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&gt;</m:t>
                                </m:r>
                                <m:sSup>
                                  <m:sSupPr>
                                    <m:ctrlPr>
                                      <a:rPr lang="pt-BR" sz="1800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pt-BR" sz="1800" b="0" i="1" noProof="0" smtClean="0"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ctrlPr>
                                              <a:rPr lang="pt-BR" sz="1800" b="0" i="1" noProof="0" smtClean="0">
                                                <a:solidFill>
                                                  <a:schemeClr val="tx1">
                                                    <a:lumMod val="75000"/>
                                                    <a:lumOff val="2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pt-BR" sz="1800" b="0" i="1" noProof="0" smtClean="0">
                                                <a:solidFill>
                                                  <a:schemeClr val="tx1">
                                                    <a:lumMod val="75000"/>
                                                    <a:lumOff val="2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𝛼</m:t>
                                            </m:r>
                                            <m:r>
                                              <a:rPr lang="pt-BR" sz="1800" b="0" i="1" noProof="0" smtClean="0">
                                                <a:solidFill>
                                                  <a:schemeClr val="tx1">
                                                    <a:lumMod val="75000"/>
                                                    <a:lumOff val="2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𝐴</m:t>
                                            </m:r>
                                            <m:r>
                                              <a:rPr lang="pt-BR" sz="1800" b="0" i="1" noProof="0" smtClean="0">
                                                <a:solidFill>
                                                  <a:schemeClr val="tx1">
                                                    <a:lumMod val="75000"/>
                                                    <a:lumOff val="2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𝛽</m:t>
                                            </m:r>
                                          </m:num>
                                          <m:den>
                                            <m:r>
                                              <a:rPr lang="pt-BR" sz="1800" b="0" i="1" noProof="0" smtClean="0">
                                                <a:solidFill>
                                                  <a:schemeClr val="tx1">
                                                    <a:lumMod val="75000"/>
                                                    <a:lumOff val="2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1−</m:t>
                                            </m:r>
                                            <m:r>
                                              <a:rPr lang="pt-BR" sz="1800" b="0" i="1" noProof="0" smtClean="0">
                                                <a:solidFill>
                                                  <a:schemeClr val="tx1">
                                                    <a:lumMod val="75000"/>
                                                    <a:lumOff val="2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𝛽</m:t>
                                            </m:r>
                                            <m:d>
                                              <m:dPr>
                                                <m:ctrlPr>
                                                  <a:rPr lang="pt-BR" sz="1800" b="0" i="1" noProof="0" smtClean="0">
                                                    <a:solidFill>
                                                      <a:schemeClr val="tx1">
                                                        <a:lumMod val="75000"/>
                                                        <a:lumOff val="25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pt-BR" sz="1800" b="0" i="1" noProof="0" smtClean="0">
                                                    <a:solidFill>
                                                      <a:schemeClr val="tx1">
                                                        <a:lumMod val="75000"/>
                                                        <a:lumOff val="25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1−</m:t>
                                                </m:r>
                                                <m:r>
                                                  <a:rPr lang="pt-BR" sz="1800" b="0" i="1" noProof="0" smtClean="0">
                                                    <a:solidFill>
                                                      <a:schemeClr val="tx1">
                                                        <a:lumMod val="75000"/>
                                                        <a:lumOff val="25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𝛿</m:t>
                                                </m:r>
                                              </m:e>
                                            </m:d>
                                          </m:den>
                                        </m:f>
                                      </m:e>
                                    </m:d>
                                  </m:e>
                                  <m:sup>
                                    <m:f>
                                      <m:fPr>
                                        <m:ctrlPr>
                                          <a:rPr lang="pt-BR" sz="1800" b="0" i="1" noProof="0" smtClean="0"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pt-BR" sz="1800" b="0" i="1" noProof="0" smtClean="0"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pt-BR" sz="1800" b="0" i="1" noProof="0" smtClean="0"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1−</m:t>
                                        </m:r>
                                        <m:r>
                                          <a:rPr lang="pt-BR" sz="1800" b="0" i="1" noProof="0" smtClean="0"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den>
                                    </m:f>
                                  </m:sup>
                                </m:sSup>
                              </m:oMath>
                            </m:oMathPara>
                          </a14:m>
                          <a:endParaRPr lang="pt-BR" sz="1800" noProof="0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Gotham Book" panose="02000604030000020004" pitchFamily="2" charset="0"/>
                          </a:endParaRPr>
                        </a:p>
                        <a:p>
                          <a:pPr marL="114300" indent="0" algn="just">
                            <a:spcBef>
                              <a:spcPts val="0"/>
                            </a:spcBef>
                            <a:spcAft>
                              <a:spcPts val="1200"/>
                            </a:spcAft>
                            <a:buClr>
                              <a:schemeClr val="accent1">
                                <a:lumMod val="75000"/>
                              </a:schemeClr>
                            </a:buClr>
                            <a:buNone/>
                          </a:pPr>
                          <a:endParaRPr lang="pt-BR" b="0" noProof="0" dirty="0">
                            <a:solidFill>
                              <a:schemeClr val="tx1"/>
                            </a:solidFill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BR" sz="1600" b="0" i="0" noProof="0" dirty="0">
                              <a:solidFill>
                                <a:schemeClr val="tx1"/>
                              </a:solidFill>
                              <a:latin typeface="Gotham Light" pitchFamily="2" charset="0"/>
                            </a:rPr>
                            <a:t>(14)</a:t>
                          </a:r>
                          <a:endParaRPr lang="pt-BR" sz="1600" noProof="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893949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a 1">
                <a:extLst>
                  <a:ext uri="{FF2B5EF4-FFF2-40B4-BE49-F238E27FC236}">
                    <a16:creationId xmlns:a16="http://schemas.microsoft.com/office/drawing/2014/main" id="{2AC1A6A1-B5A9-798B-A464-C40CB78C46C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08159810"/>
                  </p:ext>
                </p:extLst>
              </p:nvPr>
            </p:nvGraphicFramePr>
            <p:xfrm>
              <a:off x="2026271" y="2783442"/>
              <a:ext cx="8127999" cy="12796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46279">
                      <a:extLst>
                        <a:ext uri="{9D8B030D-6E8A-4147-A177-3AD203B41FA5}">
                          <a16:colId xmlns:a16="http://schemas.microsoft.com/office/drawing/2014/main" val="3336428242"/>
                        </a:ext>
                      </a:extLst>
                    </a:gridCol>
                    <a:gridCol w="7147354">
                      <a:extLst>
                        <a:ext uri="{9D8B030D-6E8A-4147-A177-3AD203B41FA5}">
                          <a16:colId xmlns:a16="http://schemas.microsoft.com/office/drawing/2014/main" val="322572106"/>
                        </a:ext>
                      </a:extLst>
                    </a:gridCol>
                    <a:gridCol w="734366">
                      <a:extLst>
                        <a:ext uri="{9D8B030D-6E8A-4147-A177-3AD203B41FA5}">
                          <a16:colId xmlns:a16="http://schemas.microsoft.com/office/drawing/2014/main" val="3933485931"/>
                        </a:ext>
                      </a:extLst>
                    </a:gridCol>
                  </a:tblGrid>
                  <a:tr h="1279652">
                    <a:tc>
                      <a:txBody>
                        <a:bodyPr/>
                        <a:lstStyle/>
                        <a:p>
                          <a:endParaRPr lang="pt-BR" noProof="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3495" t="-474" r="-10656" b="-18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BR" sz="1600" b="0" i="0" noProof="0" dirty="0">
                              <a:solidFill>
                                <a:schemeClr val="tx1"/>
                              </a:solidFill>
                              <a:latin typeface="Gotham Light" pitchFamily="2" charset="0"/>
                            </a:rPr>
                            <a:t>(14)</a:t>
                          </a:r>
                          <a:endParaRPr lang="pt-BR" sz="1600" noProof="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893949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a 2">
                <a:extLst>
                  <a:ext uri="{FF2B5EF4-FFF2-40B4-BE49-F238E27FC236}">
                    <a16:creationId xmlns:a16="http://schemas.microsoft.com/office/drawing/2014/main" id="{A08D115E-B50B-1C62-1ED7-407BBE0A064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51342343"/>
                  </p:ext>
                </p:extLst>
              </p:nvPr>
            </p:nvGraphicFramePr>
            <p:xfrm>
              <a:off x="2106828" y="4950722"/>
              <a:ext cx="8127999" cy="12796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46279">
                      <a:extLst>
                        <a:ext uri="{9D8B030D-6E8A-4147-A177-3AD203B41FA5}">
                          <a16:colId xmlns:a16="http://schemas.microsoft.com/office/drawing/2014/main" val="3336428242"/>
                        </a:ext>
                      </a:extLst>
                    </a:gridCol>
                    <a:gridCol w="7147354">
                      <a:extLst>
                        <a:ext uri="{9D8B030D-6E8A-4147-A177-3AD203B41FA5}">
                          <a16:colId xmlns:a16="http://schemas.microsoft.com/office/drawing/2014/main" val="322572106"/>
                        </a:ext>
                      </a:extLst>
                    </a:gridCol>
                    <a:gridCol w="734366">
                      <a:extLst>
                        <a:ext uri="{9D8B030D-6E8A-4147-A177-3AD203B41FA5}">
                          <a16:colId xmlns:a16="http://schemas.microsoft.com/office/drawing/2014/main" val="393348593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pt-BR" noProof="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11430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1200"/>
                            </a:spcAft>
                            <a:buClr>
                              <a:schemeClr val="accent1">
                                <a:lumMod val="75000"/>
                              </a:schemeClr>
                            </a:buClr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pt-BR" sz="1800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800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pt-BR" sz="1800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pt-BR" sz="1800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  <m:r>
                                  <a:rPr lang="pt-BR" sz="1800" b="0" i="1" noProof="0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lang="pt-BR" sz="1800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pt-BR" sz="1800" b="0" i="1" noProof="0" smtClean="0"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ctrlPr>
                                              <a:rPr lang="pt-BR" sz="1800" b="0" i="1" noProof="0" smtClean="0">
                                                <a:solidFill>
                                                  <a:schemeClr val="tx1">
                                                    <a:lumMod val="75000"/>
                                                    <a:lumOff val="2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pt-BR" sz="1800" b="0" i="1" noProof="0" smtClean="0">
                                                <a:solidFill>
                                                  <a:schemeClr val="tx1">
                                                    <a:lumMod val="75000"/>
                                                    <a:lumOff val="2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𝛼</m:t>
                                            </m:r>
                                            <m:r>
                                              <a:rPr lang="pt-BR" sz="1800" b="0" i="1" noProof="0" smtClean="0">
                                                <a:solidFill>
                                                  <a:schemeClr val="tx1">
                                                    <a:lumMod val="75000"/>
                                                    <a:lumOff val="2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𝐴</m:t>
                                            </m:r>
                                            <m:r>
                                              <a:rPr lang="pt-BR" sz="1800" b="0" i="1" noProof="0" smtClean="0">
                                                <a:solidFill>
                                                  <a:schemeClr val="tx1">
                                                    <a:lumMod val="75000"/>
                                                    <a:lumOff val="2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𝛽</m:t>
                                            </m:r>
                                          </m:num>
                                          <m:den>
                                            <m:r>
                                              <a:rPr lang="pt-BR" sz="1800" b="0" i="1" noProof="0" smtClean="0">
                                                <a:solidFill>
                                                  <a:schemeClr val="tx1">
                                                    <a:lumMod val="75000"/>
                                                    <a:lumOff val="2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1−</m:t>
                                            </m:r>
                                            <m:r>
                                              <a:rPr lang="pt-BR" sz="1800" b="0" i="1" noProof="0" smtClean="0">
                                                <a:solidFill>
                                                  <a:schemeClr val="tx1">
                                                    <a:lumMod val="75000"/>
                                                    <a:lumOff val="2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𝛽</m:t>
                                            </m:r>
                                            <m:d>
                                              <m:dPr>
                                                <m:ctrlPr>
                                                  <a:rPr lang="pt-BR" sz="1800" b="0" i="1" noProof="0" smtClean="0">
                                                    <a:solidFill>
                                                      <a:schemeClr val="tx1">
                                                        <a:lumMod val="75000"/>
                                                        <a:lumOff val="25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pt-BR" sz="1800" b="0" i="1" noProof="0" smtClean="0">
                                                    <a:solidFill>
                                                      <a:schemeClr val="tx1">
                                                        <a:lumMod val="75000"/>
                                                        <a:lumOff val="25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1−</m:t>
                                                </m:r>
                                                <m:r>
                                                  <a:rPr lang="pt-BR" sz="1800" b="0" i="1" noProof="0" smtClean="0">
                                                    <a:solidFill>
                                                      <a:schemeClr val="tx1">
                                                        <a:lumMod val="75000"/>
                                                        <a:lumOff val="25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𝛿</m:t>
                                                </m:r>
                                              </m:e>
                                            </m:d>
                                          </m:den>
                                        </m:f>
                                      </m:e>
                                    </m:d>
                                  </m:e>
                                  <m:sup>
                                    <m:f>
                                      <m:fPr>
                                        <m:ctrlPr>
                                          <a:rPr lang="pt-BR" sz="1800" b="0" i="1" noProof="0" smtClean="0"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pt-BR" sz="1800" b="0" i="1" noProof="0" smtClean="0"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pt-BR" sz="1800" b="0" i="1" noProof="0" smtClean="0"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1−</m:t>
                                        </m:r>
                                        <m:r>
                                          <a:rPr lang="pt-BR" sz="1800" b="0" i="1" noProof="0" smtClean="0"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den>
                                    </m:f>
                                  </m:sup>
                                </m:sSup>
                              </m:oMath>
                            </m:oMathPara>
                          </a14:m>
                          <a:endParaRPr lang="pt-BR" sz="1800" noProof="0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Gotham Book" panose="02000604030000020004" pitchFamily="2" charset="0"/>
                          </a:endParaRPr>
                        </a:p>
                        <a:p>
                          <a:pPr marL="114300" indent="0" algn="just">
                            <a:spcBef>
                              <a:spcPts val="0"/>
                            </a:spcBef>
                            <a:spcAft>
                              <a:spcPts val="1200"/>
                            </a:spcAft>
                            <a:buClr>
                              <a:schemeClr val="accent1">
                                <a:lumMod val="75000"/>
                              </a:schemeClr>
                            </a:buClr>
                            <a:buNone/>
                          </a:pPr>
                          <a:endParaRPr lang="pt-BR" b="0" noProof="0" dirty="0">
                            <a:solidFill>
                              <a:schemeClr val="tx1"/>
                            </a:solidFill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BR" sz="1600" b="0" i="0" noProof="0" dirty="0">
                              <a:solidFill>
                                <a:schemeClr val="tx1"/>
                              </a:solidFill>
                              <a:latin typeface="Gotham Light" pitchFamily="2" charset="0"/>
                            </a:rPr>
                            <a:t>(15)</a:t>
                          </a:r>
                          <a:endParaRPr lang="pt-BR" sz="1600" noProof="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893949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a 2">
                <a:extLst>
                  <a:ext uri="{FF2B5EF4-FFF2-40B4-BE49-F238E27FC236}">
                    <a16:creationId xmlns:a16="http://schemas.microsoft.com/office/drawing/2014/main" id="{A08D115E-B50B-1C62-1ED7-407BBE0A064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51342343"/>
                  </p:ext>
                </p:extLst>
              </p:nvPr>
            </p:nvGraphicFramePr>
            <p:xfrm>
              <a:off x="2106828" y="4950722"/>
              <a:ext cx="8127999" cy="12796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46279">
                      <a:extLst>
                        <a:ext uri="{9D8B030D-6E8A-4147-A177-3AD203B41FA5}">
                          <a16:colId xmlns:a16="http://schemas.microsoft.com/office/drawing/2014/main" val="3336428242"/>
                        </a:ext>
                      </a:extLst>
                    </a:gridCol>
                    <a:gridCol w="7147354">
                      <a:extLst>
                        <a:ext uri="{9D8B030D-6E8A-4147-A177-3AD203B41FA5}">
                          <a16:colId xmlns:a16="http://schemas.microsoft.com/office/drawing/2014/main" val="322572106"/>
                        </a:ext>
                      </a:extLst>
                    </a:gridCol>
                    <a:gridCol w="734366">
                      <a:extLst>
                        <a:ext uri="{9D8B030D-6E8A-4147-A177-3AD203B41FA5}">
                          <a16:colId xmlns:a16="http://schemas.microsoft.com/office/drawing/2014/main" val="3933485931"/>
                        </a:ext>
                      </a:extLst>
                    </a:gridCol>
                  </a:tblGrid>
                  <a:tr h="1279652">
                    <a:tc>
                      <a:txBody>
                        <a:bodyPr/>
                        <a:lstStyle/>
                        <a:p>
                          <a:endParaRPr lang="pt-BR" noProof="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5"/>
                          <a:stretch>
                            <a:fillRect l="-3495" t="-474" r="-10742" b="-18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BR" sz="1600" b="0" i="0" noProof="0" dirty="0">
                              <a:solidFill>
                                <a:schemeClr val="tx1"/>
                              </a:solidFill>
                              <a:latin typeface="Gotham Light" pitchFamily="2" charset="0"/>
                            </a:rPr>
                            <a:t>(15)</a:t>
                          </a:r>
                          <a:endParaRPr lang="pt-BR" sz="1600" noProof="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893949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TextBox 5">
            <a:extLst>
              <a:ext uri="{FF2B5EF4-FFF2-40B4-BE49-F238E27FC236}">
                <a16:creationId xmlns:a16="http://schemas.microsoft.com/office/drawing/2014/main" id="{54BC5CC9-5235-BBF4-77E0-780A470E12EE}"/>
              </a:ext>
            </a:extLst>
          </p:cNvPr>
          <p:cNvSpPr txBox="1"/>
          <p:nvPr/>
        </p:nvSpPr>
        <p:spPr>
          <a:xfrm>
            <a:off x="401933" y="168881"/>
            <a:ext cx="2901706" cy="2333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ts val="1100"/>
              </a:lnSpc>
              <a:defRPr/>
            </a:pPr>
            <a:r>
              <a:rPr lang="pt-BR" sz="1000" noProof="0" dirty="0">
                <a:solidFill>
                  <a:srgbClr val="4D4D4D"/>
                </a:solidFill>
                <a:latin typeface="Gotham Light" pitchFamily="50" charset="0"/>
                <a:cs typeface="Gotham Black" pitchFamily="50" charset="0"/>
              </a:rPr>
              <a:t>Solução</a:t>
            </a:r>
            <a:endParaRPr kumimoji="0" lang="pt-BR" sz="1000" b="1" i="0" u="none" strike="noStrike" kern="1200" cap="none" spc="0" normalizeH="0" baseline="0" noProof="0" dirty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Gotham Light" pitchFamily="50" charset="0"/>
              <a:ea typeface="+mn-ea"/>
              <a:cs typeface="Gotham Black" pitchFamily="50" charset="0"/>
            </a:endParaRP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5B87933B-64C9-6CD0-51B0-668809EF6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80550" y="6507601"/>
            <a:ext cx="401933" cy="208433"/>
          </a:xfrm>
          <a:solidFill>
            <a:srgbClr val="B4C7E7"/>
          </a:solidFill>
        </p:spPr>
        <p:txBody>
          <a:bodyPr/>
          <a:lstStyle/>
          <a:p>
            <a:pPr algn="ctr"/>
            <a:fld id="{EE745C5F-8F31-4318-ABF5-660B737895AE}" type="slidenum">
              <a:rPr lang="pt-BR" sz="1000" noProof="0" smtClean="0">
                <a:solidFill>
                  <a:schemeClr val="bg1"/>
                </a:solidFill>
                <a:latin typeface="Gotham Book" panose="02000604040000020004" pitchFamily="50" charset="0"/>
              </a:rPr>
              <a:pPr algn="ctr"/>
              <a:t>17</a:t>
            </a:fld>
            <a:endParaRPr lang="pt-BR" sz="1000" noProof="0" dirty="0">
              <a:solidFill>
                <a:schemeClr val="bg1"/>
              </a:solidFill>
              <a:latin typeface="Gotham Book" panose="02000604040000020004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68282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6CFB48-397E-BC3F-1F08-674ADABAED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89">
            <a:extLst>
              <a:ext uri="{FF2B5EF4-FFF2-40B4-BE49-F238E27FC236}">
                <a16:creationId xmlns:a16="http://schemas.microsoft.com/office/drawing/2014/main" id="{023F4BA4-772E-7790-84F6-B2871E6235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8336" y="6350242"/>
            <a:ext cx="780356" cy="365792"/>
          </a:xfrm>
          <a:prstGeom prst="rect">
            <a:avLst/>
          </a:prstGeom>
        </p:spPr>
      </p:pic>
      <p:sp>
        <p:nvSpPr>
          <p:cNvPr id="7" name="Rectángulo 5">
            <a:extLst>
              <a:ext uri="{FF2B5EF4-FFF2-40B4-BE49-F238E27FC236}">
                <a16:creationId xmlns:a16="http://schemas.microsoft.com/office/drawing/2014/main" id="{A5BAD33A-C62E-E728-EA08-88553C989181}"/>
              </a:ext>
            </a:extLst>
          </p:cNvPr>
          <p:cNvSpPr/>
          <p:nvPr/>
        </p:nvSpPr>
        <p:spPr>
          <a:xfrm>
            <a:off x="346933" y="144104"/>
            <a:ext cx="55001" cy="42401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2" name="Grupo 83">
            <a:extLst>
              <a:ext uri="{FF2B5EF4-FFF2-40B4-BE49-F238E27FC236}">
                <a16:creationId xmlns:a16="http://schemas.microsoft.com/office/drawing/2014/main" id="{FFBA33B0-0A67-19CD-4473-3C9036E0BBD3}"/>
              </a:ext>
            </a:extLst>
          </p:cNvPr>
          <p:cNvGrpSpPr/>
          <p:nvPr/>
        </p:nvGrpSpPr>
        <p:grpSpPr>
          <a:xfrm>
            <a:off x="0" y="6457233"/>
            <a:ext cx="401934" cy="326337"/>
            <a:chOff x="0" y="6457233"/>
            <a:chExt cx="401934" cy="326337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13" name="Rectángulo redondeado 1">
              <a:extLst>
                <a:ext uri="{FF2B5EF4-FFF2-40B4-BE49-F238E27FC236}">
                  <a16:creationId xmlns:a16="http://schemas.microsoft.com/office/drawing/2014/main" id="{2A612249-2EB9-C4B0-DD96-3D7A77E7F931}"/>
                </a:ext>
              </a:extLst>
            </p:cNvPr>
            <p:cNvSpPr/>
            <p:nvPr/>
          </p:nvSpPr>
          <p:spPr>
            <a:xfrm>
              <a:off x="0" y="6457233"/>
              <a:ext cx="401934" cy="326337"/>
            </a:xfrm>
            <a:prstGeom prst="flowChartDelay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CuadroTexto 85">
              <a:extLst>
                <a:ext uri="{FF2B5EF4-FFF2-40B4-BE49-F238E27FC236}">
                  <a16:creationId xmlns:a16="http://schemas.microsoft.com/office/drawing/2014/main" id="{7F93840A-D4D1-CDCD-11EF-4F2B969CBC90}"/>
                </a:ext>
              </a:extLst>
            </p:cNvPr>
            <p:cNvSpPr txBox="1"/>
            <p:nvPr/>
          </p:nvSpPr>
          <p:spPr>
            <a:xfrm>
              <a:off x="15073" y="6489596"/>
              <a:ext cx="263223" cy="2616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ok" panose="02000604040000020004" pitchFamily="50" charset="0"/>
                  <a:ea typeface="+mn-ea"/>
                  <a:cs typeface="+mn-cs"/>
                </a:rPr>
                <a:t>6</a:t>
              </a:r>
            </a:p>
          </p:txBody>
        </p:sp>
      </p:grpSp>
      <p:sp>
        <p:nvSpPr>
          <p:cNvPr id="22" name="Título 1">
            <a:extLst>
              <a:ext uri="{FF2B5EF4-FFF2-40B4-BE49-F238E27FC236}">
                <a16:creationId xmlns:a16="http://schemas.microsoft.com/office/drawing/2014/main" id="{CA418FC4-B7A4-A36D-5169-CD5D5BBD50F0}"/>
              </a:ext>
            </a:extLst>
          </p:cNvPr>
          <p:cNvSpPr txBox="1">
            <a:spLocks/>
          </p:cNvSpPr>
          <p:nvPr/>
        </p:nvSpPr>
        <p:spPr bwMode="auto">
          <a:xfrm>
            <a:off x="1494989" y="539166"/>
            <a:ext cx="9190565" cy="859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21920" tIns="60960" rIns="121920" bIns="60960" numCol="1" anchor="ctr" anchorCtr="0" compatLnSpc="1">
            <a:prstTxWarp prst="textNoShape">
              <a:avLst/>
            </a:prstTxWarp>
          </a:bodyPr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pt-BR" sz="2400" b="1" noProof="0" dirty="0">
                <a:solidFill>
                  <a:schemeClr val="accent1">
                    <a:lumMod val="75000"/>
                  </a:schemeClr>
                </a:solidFill>
                <a:latin typeface="Gotham Black" panose="02000604040000020004" pitchFamily="50" charset="0"/>
              </a:rPr>
              <a:t>Caracterização da solução do modelo</a:t>
            </a:r>
          </a:p>
          <a:p>
            <a:pPr defTabSz="914377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pt-BR" sz="3000" b="1" noProof="0" dirty="0">
              <a:solidFill>
                <a:schemeClr val="accent1">
                  <a:lumMod val="75000"/>
                </a:schemeClr>
              </a:solidFill>
              <a:latin typeface="Gotham Black" panose="02000604040000020004" pitchFamily="50" charset="0"/>
            </a:endParaRPr>
          </a:p>
        </p:txBody>
      </p:sp>
      <p:sp>
        <p:nvSpPr>
          <p:cNvPr id="27" name="Marcador de contenido 2">
            <a:extLst>
              <a:ext uri="{FF2B5EF4-FFF2-40B4-BE49-F238E27FC236}">
                <a16:creationId xmlns:a16="http://schemas.microsoft.com/office/drawing/2014/main" id="{E20D40C0-B51A-E9D1-8C7F-DE4AA3AAF199}"/>
              </a:ext>
            </a:extLst>
          </p:cNvPr>
          <p:cNvSpPr txBox="1">
            <a:spLocks/>
          </p:cNvSpPr>
          <p:nvPr/>
        </p:nvSpPr>
        <p:spPr>
          <a:xfrm>
            <a:off x="1033320" y="1210100"/>
            <a:ext cx="10275016" cy="5108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114300" indent="0"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  <a:buNone/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r>
              <a:rPr lang="pt-BR" sz="16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Gotham Book" panose="02000604030000020004" pitchFamily="2" charset="0"/>
              </a:rPr>
              <a:t>Evolução do consumo nesta economia. Retirado de Medellín e Zuleta (2017).</a:t>
            </a:r>
          </a:p>
          <a:p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pPr marL="114300" indent="0" algn="ctr">
              <a:buNone/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pPr marL="114300" indent="0">
              <a:buNone/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pPr marL="114300" indent="0">
              <a:buNone/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pPr marL="114300" indent="0">
              <a:buNone/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pPr marL="114300" indent="0">
              <a:buNone/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pPr marL="114300" indent="0"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  <a:buNone/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pPr marL="114300" indent="0"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  <a:buNone/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pPr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pPr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pPr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pPr marL="114300" indent="0"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  <a:buNone/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377B9B9F-D3E7-607A-6D4C-54F7D9E81E9C}"/>
              </a:ext>
            </a:extLst>
          </p:cNvPr>
          <p:cNvSpPr txBox="1"/>
          <p:nvPr/>
        </p:nvSpPr>
        <p:spPr>
          <a:xfrm>
            <a:off x="401933" y="168881"/>
            <a:ext cx="2901706" cy="2333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ts val="1100"/>
              </a:lnSpc>
              <a:defRPr/>
            </a:pPr>
            <a:r>
              <a:rPr lang="pt-BR" sz="1000" noProof="0" dirty="0">
                <a:solidFill>
                  <a:srgbClr val="4D4D4D"/>
                </a:solidFill>
                <a:latin typeface="Gotham Light" pitchFamily="50" charset="0"/>
                <a:cs typeface="Gotham Black" pitchFamily="50" charset="0"/>
              </a:rPr>
              <a:t>Solução</a:t>
            </a:r>
            <a:endParaRPr kumimoji="0" lang="pt-BR" sz="1000" b="1" i="0" u="none" strike="noStrike" kern="1200" cap="none" spc="0" normalizeH="0" baseline="0" noProof="0" dirty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Gotham Light" pitchFamily="50" charset="0"/>
              <a:ea typeface="+mn-ea"/>
              <a:cs typeface="Gotham Black" pitchFamily="50" charset="0"/>
            </a:endParaRPr>
          </a:p>
        </p:txBody>
      </p:sp>
      <p:sp>
        <p:nvSpPr>
          <p:cNvPr id="15" name="Slide Number Placeholder 13">
            <a:extLst>
              <a:ext uri="{FF2B5EF4-FFF2-40B4-BE49-F238E27FC236}">
                <a16:creationId xmlns:a16="http://schemas.microsoft.com/office/drawing/2014/main" id="{2627C25A-29D9-2954-E6CF-A595FBA21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80550" y="6507601"/>
            <a:ext cx="401933" cy="208433"/>
          </a:xfrm>
          <a:solidFill>
            <a:srgbClr val="B4C7E7"/>
          </a:solidFill>
        </p:spPr>
        <p:txBody>
          <a:bodyPr/>
          <a:lstStyle/>
          <a:p>
            <a:pPr algn="ctr"/>
            <a:fld id="{EE745C5F-8F31-4318-ABF5-660B737895AE}" type="slidenum">
              <a:rPr lang="pt-BR" sz="1000" noProof="0" smtClean="0">
                <a:solidFill>
                  <a:schemeClr val="bg1"/>
                </a:solidFill>
                <a:latin typeface="Gotham Book" panose="02000604040000020004" pitchFamily="50" charset="0"/>
              </a:rPr>
              <a:pPr algn="ctr"/>
              <a:t>18</a:t>
            </a:fld>
            <a:endParaRPr lang="pt-BR" sz="1000" noProof="0" dirty="0">
              <a:solidFill>
                <a:schemeClr val="bg1"/>
              </a:solidFill>
              <a:latin typeface="Gotham Book" panose="02000604040000020004" pitchFamily="50" charset="0"/>
            </a:endParaRPr>
          </a:p>
        </p:txBody>
      </p:sp>
      <p:grpSp>
        <p:nvGrpSpPr>
          <p:cNvPr id="35" name="Grupo 34">
            <a:extLst>
              <a:ext uri="{FF2B5EF4-FFF2-40B4-BE49-F238E27FC236}">
                <a16:creationId xmlns:a16="http://schemas.microsoft.com/office/drawing/2014/main" id="{96B78659-3F5A-9F74-2DE3-B7CF0595C8FF}"/>
              </a:ext>
            </a:extLst>
          </p:cNvPr>
          <p:cNvGrpSpPr/>
          <p:nvPr/>
        </p:nvGrpSpPr>
        <p:grpSpPr>
          <a:xfrm>
            <a:off x="4107288" y="2629374"/>
            <a:ext cx="3571348" cy="3157025"/>
            <a:chOff x="4107288" y="2629374"/>
            <a:chExt cx="3571348" cy="3157025"/>
          </a:xfrm>
        </p:grpSpPr>
        <p:cxnSp>
          <p:nvCxnSpPr>
            <p:cNvPr id="24" name="Conector recto 23">
              <a:extLst>
                <a:ext uri="{FF2B5EF4-FFF2-40B4-BE49-F238E27FC236}">
                  <a16:creationId xmlns:a16="http://schemas.microsoft.com/office/drawing/2014/main" id="{C6D423A0-F650-2F9E-C7CB-981F11B995D4}"/>
                </a:ext>
              </a:extLst>
            </p:cNvPr>
            <p:cNvCxnSpPr>
              <a:cxnSpLocks/>
            </p:cNvCxnSpPr>
            <p:nvPr/>
          </p:nvCxnSpPr>
          <p:spPr>
            <a:xfrm>
              <a:off x="4439639" y="2645972"/>
              <a:ext cx="0" cy="2746383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Conector recto 24">
              <a:extLst>
                <a:ext uri="{FF2B5EF4-FFF2-40B4-BE49-F238E27FC236}">
                  <a16:creationId xmlns:a16="http://schemas.microsoft.com/office/drawing/2014/main" id="{FD3C9265-203F-EB4E-48EA-E0C90B8D88F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39639" y="5392355"/>
              <a:ext cx="3105339" cy="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CuadroTexto 31">
                  <a:extLst>
                    <a:ext uri="{FF2B5EF4-FFF2-40B4-BE49-F238E27FC236}">
                      <a16:creationId xmlns:a16="http://schemas.microsoft.com/office/drawing/2014/main" id="{33EBCBF1-AAE6-C86F-F9DF-658513F29BF3}"/>
                    </a:ext>
                  </a:extLst>
                </p:cNvPr>
                <p:cNvSpPr txBox="1"/>
                <p:nvPr/>
              </p:nvSpPr>
              <p:spPr>
                <a:xfrm>
                  <a:off x="7411320" y="5509400"/>
                  <a:ext cx="26731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b="0" i="1" noProof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noProof="0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pt-BR" b="0" i="1" noProof="0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pt-BR" noProof="0" dirty="0"/>
                </a:p>
              </p:txBody>
            </p:sp>
          </mc:Choice>
          <mc:Fallback xmlns="">
            <p:sp>
              <p:nvSpPr>
                <p:cNvPr id="32" name="CuadroTexto 31">
                  <a:extLst>
                    <a:ext uri="{FF2B5EF4-FFF2-40B4-BE49-F238E27FC236}">
                      <a16:creationId xmlns:a16="http://schemas.microsoft.com/office/drawing/2014/main" id="{33EBCBF1-AAE6-C86F-F9DF-658513F29BF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11320" y="5509400"/>
                  <a:ext cx="267316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22727" r="-2273" b="-13333"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CuadroTexto 32">
                  <a:extLst>
                    <a:ext uri="{FF2B5EF4-FFF2-40B4-BE49-F238E27FC236}">
                      <a16:creationId xmlns:a16="http://schemas.microsoft.com/office/drawing/2014/main" id="{42BB9AEE-1E3D-638A-08A8-DE37BC50D5C7}"/>
                    </a:ext>
                  </a:extLst>
                </p:cNvPr>
                <p:cNvSpPr txBox="1"/>
                <p:nvPr/>
              </p:nvSpPr>
              <p:spPr>
                <a:xfrm>
                  <a:off x="4107288" y="2629374"/>
                  <a:ext cx="240835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b="0" i="1" noProof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noProof="0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pt-BR" b="0" i="1" noProof="0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pt-BR" noProof="0" dirty="0"/>
                </a:p>
              </p:txBody>
            </p:sp>
          </mc:Choice>
          <mc:Fallback xmlns="">
            <p:sp>
              <p:nvSpPr>
                <p:cNvPr id="33" name="CuadroTexto 32">
                  <a:extLst>
                    <a:ext uri="{FF2B5EF4-FFF2-40B4-BE49-F238E27FC236}">
                      <a16:creationId xmlns:a16="http://schemas.microsoft.com/office/drawing/2014/main" id="{42BB9AEE-1E3D-638A-08A8-DE37BC50D5C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07288" y="2629374"/>
                  <a:ext cx="240835" cy="276999"/>
                </a:xfrm>
                <a:prstGeom prst="rect">
                  <a:avLst/>
                </a:prstGeom>
                <a:blipFill>
                  <a:blip r:embed="rId5"/>
                  <a:stretch>
                    <a:fillRect l="-15385" r="-2564" b="-13043"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0FF3EC25-F0A2-0303-9199-50CC092908E2}"/>
              </a:ext>
            </a:extLst>
          </p:cNvPr>
          <p:cNvCxnSpPr>
            <a:cxnSpLocks/>
          </p:cNvCxnSpPr>
          <p:nvPr/>
        </p:nvCxnSpPr>
        <p:spPr>
          <a:xfrm>
            <a:off x="5908775" y="2661212"/>
            <a:ext cx="0" cy="2746383"/>
          </a:xfrm>
          <a:prstGeom prst="line">
            <a:avLst/>
          </a:prstGeom>
          <a:ln w="28575" cap="flat" cmpd="sng" algn="ctr">
            <a:solidFill>
              <a:srgbClr val="009999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44D0D0D7-D91A-2075-C12C-ECC43E47F4B7}"/>
                  </a:ext>
                </a:extLst>
              </p:cNvPr>
              <p:cNvSpPr txBox="1"/>
              <p:nvPr/>
            </p:nvSpPr>
            <p:spPr>
              <a:xfrm>
                <a:off x="5770669" y="5451375"/>
                <a:ext cx="28206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b="0" i="1" noProof="0" smtClean="0">
                              <a:solidFill>
                                <a:srgbClr val="009999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b="0" i="1" noProof="0" smtClean="0">
                              <a:solidFill>
                                <a:srgbClr val="009999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p>
                          <m:r>
                            <a:rPr lang="pt-BR" b="0" i="1" noProof="0" smtClean="0">
                              <a:solidFill>
                                <a:srgbClr val="009999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pt-BR" noProof="0" dirty="0"/>
              </a:p>
            </p:txBody>
          </p:sp>
        </mc:Choice>
        <mc:Fallback xmlns="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44D0D0D7-D91A-2075-C12C-ECC43E47F4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0669" y="5451375"/>
                <a:ext cx="282064" cy="276999"/>
              </a:xfrm>
              <a:prstGeom prst="rect">
                <a:avLst/>
              </a:prstGeom>
              <a:blipFill>
                <a:blip r:embed="rId6"/>
                <a:stretch>
                  <a:fillRect l="-21739" r="-2174" b="-6522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7288DC78-C879-4920-6274-0EF915F5711F}"/>
                  </a:ext>
                </a:extLst>
              </p:cNvPr>
              <p:cNvSpPr txBox="1"/>
              <p:nvPr/>
            </p:nvSpPr>
            <p:spPr>
              <a:xfrm>
                <a:off x="5452752" y="2019216"/>
                <a:ext cx="912045" cy="5249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i="1" noProof="0" smtClean="0">
                              <a:solidFill>
                                <a:srgbClr val="009999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BR" i="1" noProof="0" smtClean="0">
                                  <a:solidFill>
                                    <a:srgbClr val="009999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noProof="0" smtClean="0">
                                  <a:solidFill>
                                    <a:srgbClr val="009999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pt-BR" b="0" i="1" noProof="0" smtClean="0">
                                  <a:solidFill>
                                    <a:srgbClr val="009999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pt-BR" b="0" i="1" noProof="0" smtClean="0">
                                  <a:solidFill>
                                    <a:srgbClr val="009999"/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pt-BR" i="1" noProof="0" smtClean="0">
                                  <a:solidFill>
                                    <a:srgbClr val="009999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noProof="0" smtClean="0">
                                  <a:solidFill>
                                    <a:srgbClr val="009999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pt-BR" b="0" i="1" noProof="0" smtClean="0">
                                  <a:solidFill>
                                    <a:srgbClr val="009999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den>
                      </m:f>
                      <m:r>
                        <a:rPr lang="pt-BR" b="0" i="1" noProof="0" smtClean="0">
                          <a:solidFill>
                            <a:srgbClr val="009999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pt-BR" noProof="0" dirty="0"/>
              </a:p>
            </p:txBody>
          </p:sp>
        </mc:Choice>
        <mc:Fallback xmlns="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7288DC78-C879-4920-6274-0EF915F571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2752" y="2019216"/>
                <a:ext cx="912045" cy="52495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D9B19D8D-9D91-E030-6020-E227AEECF3F3}"/>
                  </a:ext>
                </a:extLst>
              </p:cNvPr>
              <p:cNvSpPr txBox="1"/>
              <p:nvPr/>
            </p:nvSpPr>
            <p:spPr>
              <a:xfrm>
                <a:off x="4729181" y="3549704"/>
                <a:ext cx="890052" cy="52110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i="1" noProof="0" smtClean="0">
                              <a:solidFill>
                                <a:srgbClr val="009999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BR" i="1" noProof="0" smtClean="0">
                                  <a:solidFill>
                                    <a:srgbClr val="009999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noProof="0" smtClean="0">
                                  <a:solidFill>
                                    <a:srgbClr val="009999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pt-BR" b="0" i="1" noProof="0" smtClean="0">
                                  <a:solidFill>
                                    <a:srgbClr val="009999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pt-BR" b="0" i="1" noProof="0" smtClean="0">
                                  <a:solidFill>
                                    <a:srgbClr val="009999"/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pt-BR" i="1" noProof="0" smtClean="0">
                                  <a:solidFill>
                                    <a:srgbClr val="009999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noProof="0" smtClean="0">
                                  <a:solidFill>
                                    <a:srgbClr val="009999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pt-BR" b="0" i="1" noProof="0" smtClean="0">
                                  <a:solidFill>
                                    <a:srgbClr val="009999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den>
                      </m:f>
                      <m:r>
                        <a:rPr lang="pt-BR" b="0" i="1" noProof="0" smtClean="0">
                          <a:solidFill>
                            <a:srgbClr val="009999"/>
                          </a:solidFill>
                          <a:latin typeface="Cambria Math" panose="02040503050406030204" pitchFamily="18" charset="0"/>
                        </a:rPr>
                        <m:t>&gt;1</m:t>
                      </m:r>
                    </m:oMath>
                  </m:oMathPara>
                </a14:m>
                <a:endParaRPr lang="pt-BR" noProof="0" dirty="0"/>
              </a:p>
            </p:txBody>
          </p:sp>
        </mc:Choice>
        <mc:Fallback xmlns="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D9B19D8D-9D91-E030-6020-E227AEECF3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9181" y="3549704"/>
                <a:ext cx="890052" cy="52110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B44B8E7F-AB55-D27F-8662-082021D221AC}"/>
                  </a:ext>
                </a:extLst>
              </p:cNvPr>
              <p:cNvSpPr txBox="1"/>
              <p:nvPr/>
            </p:nvSpPr>
            <p:spPr>
              <a:xfrm>
                <a:off x="6170828" y="3707709"/>
                <a:ext cx="890052" cy="52110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i="1" noProof="0" smtClean="0">
                              <a:solidFill>
                                <a:srgbClr val="009999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BR" i="1" noProof="0" smtClean="0">
                                  <a:solidFill>
                                    <a:srgbClr val="009999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noProof="0" smtClean="0">
                                  <a:solidFill>
                                    <a:srgbClr val="009999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pt-BR" b="0" i="1" noProof="0" smtClean="0">
                                  <a:solidFill>
                                    <a:srgbClr val="009999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pt-BR" b="0" i="1" noProof="0" smtClean="0">
                                  <a:solidFill>
                                    <a:srgbClr val="009999"/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pt-BR" i="1" noProof="0" smtClean="0">
                                  <a:solidFill>
                                    <a:srgbClr val="009999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noProof="0" smtClean="0">
                                  <a:solidFill>
                                    <a:srgbClr val="009999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pt-BR" b="0" i="1" noProof="0" smtClean="0">
                                  <a:solidFill>
                                    <a:srgbClr val="009999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den>
                      </m:f>
                      <m:r>
                        <a:rPr lang="pt-BR" b="0" i="1" noProof="0" smtClean="0">
                          <a:solidFill>
                            <a:srgbClr val="009999"/>
                          </a:solidFill>
                          <a:latin typeface="Cambria Math" panose="02040503050406030204" pitchFamily="18" charset="0"/>
                        </a:rPr>
                        <m:t>&lt;1</m:t>
                      </m:r>
                    </m:oMath>
                  </m:oMathPara>
                </a14:m>
                <a:endParaRPr lang="pt-BR" noProof="0" dirty="0"/>
              </a:p>
            </p:txBody>
          </p:sp>
        </mc:Choice>
        <mc:Fallback xmlns=""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B44B8E7F-AB55-D27F-8662-082021D221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0828" y="3707709"/>
                <a:ext cx="890052" cy="52110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B15954E6-CBB7-D2E3-2A60-A44B4308F7FB}"/>
              </a:ext>
            </a:extLst>
          </p:cNvPr>
          <p:cNvCxnSpPr>
            <a:cxnSpLocks/>
          </p:cNvCxnSpPr>
          <p:nvPr/>
        </p:nvCxnSpPr>
        <p:spPr>
          <a:xfrm flipV="1">
            <a:off x="5035094" y="2618601"/>
            <a:ext cx="0" cy="550380"/>
          </a:xfrm>
          <a:prstGeom prst="straightConnector1">
            <a:avLst/>
          </a:prstGeom>
          <a:ln w="28575">
            <a:solidFill>
              <a:srgbClr val="00999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de flecha 25">
            <a:extLst>
              <a:ext uri="{FF2B5EF4-FFF2-40B4-BE49-F238E27FC236}">
                <a16:creationId xmlns:a16="http://schemas.microsoft.com/office/drawing/2014/main" id="{ED538A86-F560-EAEC-5EDC-F514AE79EC45}"/>
              </a:ext>
            </a:extLst>
          </p:cNvPr>
          <p:cNvCxnSpPr>
            <a:cxnSpLocks/>
          </p:cNvCxnSpPr>
          <p:nvPr/>
        </p:nvCxnSpPr>
        <p:spPr>
          <a:xfrm flipV="1">
            <a:off x="5035094" y="4560745"/>
            <a:ext cx="0" cy="550380"/>
          </a:xfrm>
          <a:prstGeom prst="straightConnector1">
            <a:avLst/>
          </a:prstGeom>
          <a:ln w="28575">
            <a:solidFill>
              <a:srgbClr val="00999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de flecha 27">
            <a:extLst>
              <a:ext uri="{FF2B5EF4-FFF2-40B4-BE49-F238E27FC236}">
                <a16:creationId xmlns:a16="http://schemas.microsoft.com/office/drawing/2014/main" id="{1F4074FB-6747-0333-8664-57ED07910DE8}"/>
              </a:ext>
            </a:extLst>
          </p:cNvPr>
          <p:cNvCxnSpPr/>
          <p:nvPr/>
        </p:nvCxnSpPr>
        <p:spPr>
          <a:xfrm>
            <a:off x="6473750" y="4636393"/>
            <a:ext cx="0" cy="543693"/>
          </a:xfrm>
          <a:prstGeom prst="straightConnector1">
            <a:avLst/>
          </a:prstGeom>
          <a:ln w="28575">
            <a:solidFill>
              <a:srgbClr val="00999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7922D1D1-64E4-87AA-F0D0-D20EDE4A51C9}"/>
              </a:ext>
            </a:extLst>
          </p:cNvPr>
          <p:cNvCxnSpPr/>
          <p:nvPr/>
        </p:nvCxnSpPr>
        <p:spPr>
          <a:xfrm>
            <a:off x="6473750" y="2834948"/>
            <a:ext cx="0" cy="543693"/>
          </a:xfrm>
          <a:prstGeom prst="straightConnector1">
            <a:avLst/>
          </a:prstGeom>
          <a:ln w="28575">
            <a:solidFill>
              <a:srgbClr val="00999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1312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16" grpId="0"/>
      <p:bldP spid="1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89">
            <a:extLst>
              <a:ext uri="{FF2B5EF4-FFF2-40B4-BE49-F238E27FC236}">
                <a16:creationId xmlns:a16="http://schemas.microsoft.com/office/drawing/2014/main" id="{5FED718F-9803-800A-F258-487CD4CACD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8336" y="6350242"/>
            <a:ext cx="780356" cy="365792"/>
          </a:xfrm>
          <a:prstGeom prst="rect">
            <a:avLst/>
          </a:prstGeom>
        </p:spPr>
      </p:pic>
      <p:sp>
        <p:nvSpPr>
          <p:cNvPr id="7" name="Rectángulo 5">
            <a:extLst>
              <a:ext uri="{FF2B5EF4-FFF2-40B4-BE49-F238E27FC236}">
                <a16:creationId xmlns:a16="http://schemas.microsoft.com/office/drawing/2014/main" id="{E0388FD9-EC60-F5FE-0362-6544841E372E}"/>
              </a:ext>
            </a:extLst>
          </p:cNvPr>
          <p:cNvSpPr/>
          <p:nvPr/>
        </p:nvSpPr>
        <p:spPr>
          <a:xfrm>
            <a:off x="346933" y="144104"/>
            <a:ext cx="55001" cy="42401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2" name="Grupo 83">
            <a:extLst>
              <a:ext uri="{FF2B5EF4-FFF2-40B4-BE49-F238E27FC236}">
                <a16:creationId xmlns:a16="http://schemas.microsoft.com/office/drawing/2014/main" id="{A4E3474D-8474-798A-0E6D-916DAC09142C}"/>
              </a:ext>
            </a:extLst>
          </p:cNvPr>
          <p:cNvGrpSpPr/>
          <p:nvPr/>
        </p:nvGrpSpPr>
        <p:grpSpPr>
          <a:xfrm>
            <a:off x="0" y="6457233"/>
            <a:ext cx="401934" cy="326337"/>
            <a:chOff x="0" y="6457233"/>
            <a:chExt cx="401934" cy="326337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13" name="Rectángulo redondeado 1">
              <a:extLst>
                <a:ext uri="{FF2B5EF4-FFF2-40B4-BE49-F238E27FC236}">
                  <a16:creationId xmlns:a16="http://schemas.microsoft.com/office/drawing/2014/main" id="{2E36149E-4F40-CC2F-C619-7D35A4F6D6C9}"/>
                </a:ext>
              </a:extLst>
            </p:cNvPr>
            <p:cNvSpPr/>
            <p:nvPr/>
          </p:nvSpPr>
          <p:spPr>
            <a:xfrm>
              <a:off x="0" y="6457233"/>
              <a:ext cx="401934" cy="326337"/>
            </a:xfrm>
            <a:prstGeom prst="flowChartDelay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CuadroTexto 85">
              <a:extLst>
                <a:ext uri="{FF2B5EF4-FFF2-40B4-BE49-F238E27FC236}">
                  <a16:creationId xmlns:a16="http://schemas.microsoft.com/office/drawing/2014/main" id="{1F92F7A6-0826-1FE4-6F5F-0A5263392AAF}"/>
                </a:ext>
              </a:extLst>
            </p:cNvPr>
            <p:cNvSpPr txBox="1"/>
            <p:nvPr/>
          </p:nvSpPr>
          <p:spPr>
            <a:xfrm>
              <a:off x="15073" y="6489596"/>
              <a:ext cx="263223" cy="2616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ok" panose="02000604040000020004" pitchFamily="50" charset="0"/>
                  <a:ea typeface="+mn-ea"/>
                  <a:cs typeface="+mn-cs"/>
                </a:rPr>
                <a:t>6</a:t>
              </a:r>
            </a:p>
          </p:txBody>
        </p:sp>
      </p:grpSp>
      <p:sp>
        <p:nvSpPr>
          <p:cNvPr id="22" name="Título 1">
            <a:extLst>
              <a:ext uri="{FF2B5EF4-FFF2-40B4-BE49-F238E27FC236}">
                <a16:creationId xmlns:a16="http://schemas.microsoft.com/office/drawing/2014/main" id="{53331EDC-2B0E-6359-47A7-183566E32F07}"/>
              </a:ext>
            </a:extLst>
          </p:cNvPr>
          <p:cNvSpPr txBox="1">
            <a:spLocks/>
          </p:cNvSpPr>
          <p:nvPr/>
        </p:nvSpPr>
        <p:spPr bwMode="auto">
          <a:xfrm>
            <a:off x="1494989" y="539166"/>
            <a:ext cx="9190565" cy="859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21920" tIns="60960" rIns="121920" bIns="60960" numCol="1" anchor="ctr" anchorCtr="0" compatLnSpc="1">
            <a:prstTxWarp prst="textNoShape">
              <a:avLst/>
            </a:prstTxWarp>
          </a:bodyPr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pt-BR" sz="2400" b="1" noProof="0" dirty="0">
                <a:solidFill>
                  <a:schemeClr val="accent1">
                    <a:lumMod val="75000"/>
                  </a:schemeClr>
                </a:solidFill>
                <a:latin typeface="Gotham Black" panose="02000604040000020004" pitchFamily="50" charset="0"/>
              </a:rPr>
              <a:t>Caracterização da solução do modelo</a:t>
            </a:r>
          </a:p>
          <a:p>
            <a:pPr defTabSz="914377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pt-BR" sz="3000" b="1" noProof="0" dirty="0">
              <a:solidFill>
                <a:schemeClr val="accent1">
                  <a:lumMod val="75000"/>
                </a:schemeClr>
              </a:solidFill>
              <a:latin typeface="Gotham Black" panose="02000604040000020004" pitchFamily="50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Marcador de contenido 2">
                <a:extLst>
                  <a:ext uri="{FF2B5EF4-FFF2-40B4-BE49-F238E27FC236}">
                    <a16:creationId xmlns:a16="http://schemas.microsoft.com/office/drawing/2014/main" id="{6DD32B08-5E7D-A192-C1F5-EB40CC3827C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33320" y="1210100"/>
                <a:ext cx="10275016" cy="51087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42900" algn="l" rtl="0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32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1pPr>
                <a:lvl2pPr marL="914400" marR="0" lvl="1" indent="-342900" algn="l" rtl="0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–"/>
                  <a:defRPr sz="2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2pPr>
                <a:lvl3pPr marL="1371600" marR="0" lvl="2" indent="-342900" algn="l" rtl="0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24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3pPr>
                <a:lvl4pPr marL="1828800" marR="0" lvl="3" indent="-342900" algn="l" rtl="0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–"/>
                  <a:defRPr sz="20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4pPr>
                <a:lvl5pPr marL="2286000" marR="0" lvl="4" indent="-342900" algn="l" rtl="0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»"/>
                  <a:defRPr sz="20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5pPr>
                <a:lvl6pPr marL="2743200" marR="0" lvl="5" indent="-342900" algn="l" rtl="0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20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6pPr>
                <a:lvl7pPr marL="3200400" marR="0" lvl="6" indent="-342900" algn="l" rtl="0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20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7pPr>
                <a:lvl8pPr marL="3657600" marR="0" lvl="7" indent="-342900" algn="l" rtl="0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20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8pPr>
                <a:lvl9pPr marL="4114800" marR="0" lvl="8" indent="-342900" algn="l" rtl="0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20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9pPr>
              </a:lstStyle>
              <a:p>
                <a:pPr marL="114300" indent="0" algn="just">
                  <a:spcBef>
                    <a:spcPts val="0"/>
                  </a:spcBef>
                  <a:spcAft>
                    <a:spcPts val="1200"/>
                  </a:spcAft>
                  <a:buClr>
                    <a:schemeClr val="accent1">
                      <a:lumMod val="75000"/>
                    </a:schemeClr>
                  </a:buClr>
                  <a:buNone/>
                </a:pPr>
                <a:endParaRPr lang="pt-BR" sz="160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otham Book" panose="02000604030000020004" pitchFamily="2" charset="0"/>
                </a:endParaRPr>
              </a:p>
              <a:p>
                <a:r>
                  <a:rPr lang="pt-BR" sz="1600" noProof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Gotham Book" panose="02000604030000020004" pitchFamily="2" charset="0"/>
                  </a:rPr>
                  <a:t>Agora vamos fazer a mesma análise sobre a equação que descreve a evolução do capital. </a:t>
                </a:r>
                <a:r>
                  <a:rPr lang="pt-BR" sz="1600" b="1" noProof="0" dirty="0">
                    <a:solidFill>
                      <a:schemeClr val="accent1">
                        <a:lumMod val="75000"/>
                      </a:schemeClr>
                    </a:solidFill>
                    <a:latin typeface="Gotham Book" panose="02000604030000020004" pitchFamily="2" charset="0"/>
                  </a:rPr>
                  <a:t>Quando é que o capital cresce nesta economia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t-BR" sz="1600" b="1" i="1" noProof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pt-BR" sz="1600" b="1" i="1" noProof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pt-BR" sz="1600" b="1" i="1" noProof="0">
                                    <a:solidFill>
                                      <a:schemeClr val="accent1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sz="1600" b="1" noProof="0">
                                    <a:solidFill>
                                      <a:schemeClr val="accent1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e>
                              <m:sub>
                                <m:r>
                                  <a:rPr lang="pt-BR" sz="1600" b="1" noProof="0">
                                    <a:solidFill>
                                      <a:schemeClr val="accent1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pt-BR" sz="1600" b="1" noProof="0">
                                    <a:solidFill>
                                      <a:schemeClr val="accent1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pt-BR" sz="1600" b="1" i="1" noProof="0">
                                    <a:solidFill>
                                      <a:schemeClr val="accent1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sz="1600" b="1" noProof="0">
                                    <a:solidFill>
                                      <a:schemeClr val="accent1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e>
                              <m:sub>
                                <m:r>
                                  <a:rPr lang="pt-BR" sz="1600" b="1" noProof="0">
                                    <a:solidFill>
                                      <a:schemeClr val="accent1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den>
                        </m:f>
                        <m:r>
                          <a:rPr lang="pt-BR" sz="1600" b="1" noProof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&gt;1</m:t>
                        </m:r>
                      </m:e>
                    </m:d>
                  </m:oMath>
                </a14:m>
                <a:r>
                  <a:rPr lang="pt-BR" sz="1600" b="1" noProof="0" dirty="0">
                    <a:solidFill>
                      <a:schemeClr val="accent1">
                        <a:lumMod val="75000"/>
                      </a:schemeClr>
                    </a:solidFill>
                    <a:latin typeface="Gotham Book" panose="02000604030000020004" pitchFamily="2" charset="0"/>
                  </a:rPr>
                  <a:t>?</a:t>
                </a:r>
              </a:p>
              <a:p>
                <a:endParaRPr lang="pt-BR" sz="160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otham Book" panose="02000604030000020004" pitchFamily="2" charset="0"/>
                </a:endParaRPr>
              </a:p>
              <a:p>
                <a:pPr marL="114300" indent="0" algn="ctr"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pt-BR" sz="1600" b="0" i="1" noProof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pt-BR" sz="1600" b="0" i="1" noProof="0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1600" b="0" i="1" noProof="0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pt-BR" sz="1600" b="0" i="1" noProof="0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pt-BR" sz="1600" b="0" i="1" noProof="0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pt-BR" sz="1600" b="0" i="1" noProof="0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1600" b="0" i="1" noProof="0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pt-BR" sz="1600" b="0" i="1" noProof="0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den>
                    </m:f>
                    <m:r>
                      <a:rPr lang="pt-BR" sz="1600" b="0" i="1" noProof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&gt;1</m:t>
                    </m:r>
                  </m:oMath>
                </a14:m>
                <a:r>
                  <a:rPr lang="pt-BR" sz="1600" noProof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Gotham Book" panose="02000604030000020004" pitchFamily="2" charset="0"/>
                  </a:rPr>
                  <a:t>, então: </a:t>
                </a:r>
                <a14:m>
                  <m:oMath xmlns:m="http://schemas.openxmlformats.org/officeDocument/2006/math">
                    <m:r>
                      <a:rPr lang="pt-BR" sz="1600" b="0" i="1" noProof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bSup>
                      <m:sSubSupPr>
                        <m:ctrlPr>
                          <a:rPr lang="pt-BR" sz="1600" b="0" i="1" noProof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pt-BR" sz="1600" b="0" i="1" noProof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pt-BR" sz="1600" b="0" i="1" noProof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pt-BR" sz="1600" b="0" i="1" noProof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pt-BR" sz="1600" b="0" i="1" noProof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  <m:r>
                      <a:rPr lang="pt-BR" sz="1600" b="0" i="1" noProof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pt-BR" sz="1600" i="1" noProof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1−</m:t>
                    </m:r>
                    <m:r>
                      <a:rPr lang="pt-BR" sz="1600" i="1" noProof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𝛿</m:t>
                    </m:r>
                    <m:r>
                      <a:rPr lang="pt-BR" sz="1600" b="0" i="1" noProof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pt-BR" sz="1600" b="0" i="1" noProof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pt-BR" sz="1600" b="0" i="1" noProof="0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1600" b="0" i="1" noProof="0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pt-BR" sz="1600" b="0" i="1" noProof="0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pt-BR" sz="1600" b="0" i="1" noProof="0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1600" b="0" i="1" noProof="0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pt-BR" sz="1600" b="0" i="1" noProof="0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den>
                    </m:f>
                    <m:r>
                      <a:rPr lang="pt-BR" sz="1600" b="0" i="1" noProof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&gt;1</m:t>
                    </m:r>
                  </m:oMath>
                </a14:m>
                <a:endParaRPr lang="pt-BR" sz="160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otham Book" panose="02000604030000020004" pitchFamily="2" charset="0"/>
                </a:endParaRPr>
              </a:p>
              <a:p>
                <a:pPr marL="114300" indent="0" algn="ctr">
                  <a:buNone/>
                </a:pPr>
                <a:endParaRPr lang="pt-BR" sz="160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otham Book" panose="02000604030000020004" pitchFamily="2" charset="0"/>
                </a:endParaRPr>
              </a:p>
              <a:p>
                <a:pPr algn="just"/>
                <a:r>
                  <a:rPr lang="pt-BR" sz="1600" noProof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Gotham Book" panose="02000604030000020004" pitchFamily="2" charset="0"/>
                  </a:rPr>
                  <a:t>Após alguns passos algébricos, isto é satisfeito quando: </a:t>
                </a:r>
              </a:p>
              <a:p>
                <a:pPr algn="just"/>
                <a:endParaRPr lang="pt-BR" sz="160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otham Book" panose="02000604030000020004" pitchFamily="2" charset="0"/>
                </a:endParaRPr>
              </a:p>
              <a:p>
                <a:pPr marL="11430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600" b="0" i="1" noProof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600" b="0" i="1" noProof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pt-BR" sz="1600" b="0" i="1" noProof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pt-BR" sz="1600" b="0" i="1" noProof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pt-BR" sz="1600" b="0" i="1" noProof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sSubSup>
                        <m:sSubSupPr>
                          <m:ctrlPr>
                            <a:rPr lang="pt-BR" sz="1600" b="0" i="1" noProof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sz="1600" b="0" i="1" noProof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pt-BR" sz="1600" b="0" i="1" noProof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pt-BR" sz="1600" b="0" i="1" noProof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sup>
                      </m:sSubSup>
                      <m:r>
                        <a:rPr lang="pt-BR" sz="1600" b="0" i="1" noProof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pt-BR" sz="1600" b="0" i="1" noProof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𝛿</m:t>
                      </m:r>
                      <m:sSub>
                        <m:sSubPr>
                          <m:ctrlPr>
                            <a:rPr lang="pt-BR" sz="1600" b="0" i="1" noProof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600" b="0" i="1" noProof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pt-BR" sz="1600" b="0" i="1" noProof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pt-BR" sz="160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otham Book" panose="02000604030000020004" pitchFamily="2" charset="0"/>
                </a:endParaRPr>
              </a:p>
              <a:p>
                <a:pPr marL="114300" indent="0" algn="just">
                  <a:buNone/>
                </a:pPr>
                <a:endParaRPr lang="pt-BR" sz="160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otham Book" panose="02000604030000020004" pitchFamily="2" charset="0"/>
                </a:endParaRPr>
              </a:p>
              <a:p>
                <a:pPr algn="just"/>
                <a:r>
                  <a:rPr lang="pt-BR" sz="1600" noProof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Gotham Book" panose="02000604030000020004" pitchFamily="2" charset="0"/>
                  </a:rPr>
                  <a:t>Quando </a:t>
                </a:r>
                <a:r>
                  <a:rPr lang="pt-BR" sz="1600" b="1" noProof="0" dirty="0">
                    <a:solidFill>
                      <a:schemeClr val="accent1">
                        <a:lumMod val="75000"/>
                      </a:schemeClr>
                    </a:solidFill>
                    <a:latin typeface="Gotham Book" panose="02000604030000020004" pitchFamily="2" charset="0"/>
                  </a:rPr>
                  <a:t>o consumo está abaixo desta função, o capital aumenta</a:t>
                </a:r>
              </a:p>
              <a:p>
                <a:endParaRPr lang="pt-BR" sz="160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otham Book" panose="02000604030000020004" pitchFamily="2" charset="0"/>
                </a:endParaRPr>
              </a:p>
              <a:p>
                <a:endParaRPr lang="pt-BR" sz="160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otham Book" panose="02000604030000020004" pitchFamily="2" charset="0"/>
                </a:endParaRPr>
              </a:p>
              <a:p>
                <a:endParaRPr lang="pt-BR" sz="160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otham Book" panose="02000604030000020004" pitchFamily="2" charset="0"/>
                </a:endParaRPr>
              </a:p>
              <a:p>
                <a:endParaRPr lang="pt-BR" sz="160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otham Book" panose="02000604030000020004" pitchFamily="2" charset="0"/>
                </a:endParaRPr>
              </a:p>
              <a:p>
                <a:pPr marL="114300" indent="0" algn="ctr">
                  <a:buNone/>
                </a:pPr>
                <a:endParaRPr lang="pt-BR" sz="160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otham Book" panose="02000604030000020004" pitchFamily="2" charset="0"/>
                </a:endParaRPr>
              </a:p>
              <a:p>
                <a:pPr marL="114300" indent="0">
                  <a:buNone/>
                </a:pPr>
                <a:endParaRPr lang="pt-BR" sz="160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otham Book" panose="02000604030000020004" pitchFamily="2" charset="0"/>
                </a:endParaRPr>
              </a:p>
              <a:p>
                <a:endParaRPr lang="pt-BR" sz="160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otham Book" panose="02000604030000020004" pitchFamily="2" charset="0"/>
                </a:endParaRPr>
              </a:p>
              <a:p>
                <a:endParaRPr lang="pt-BR" sz="160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otham Book" panose="02000604030000020004" pitchFamily="2" charset="0"/>
                </a:endParaRPr>
              </a:p>
              <a:p>
                <a:endParaRPr lang="pt-BR" sz="160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otham Book" panose="02000604030000020004" pitchFamily="2" charset="0"/>
                </a:endParaRPr>
              </a:p>
              <a:p>
                <a:endParaRPr lang="pt-BR" sz="160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otham Book" panose="02000604030000020004" pitchFamily="2" charset="0"/>
                </a:endParaRPr>
              </a:p>
              <a:p>
                <a:endParaRPr lang="pt-BR" sz="160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otham Book" panose="02000604030000020004" pitchFamily="2" charset="0"/>
                </a:endParaRPr>
              </a:p>
              <a:p>
                <a:pPr marL="114300" indent="0">
                  <a:buNone/>
                </a:pPr>
                <a:endParaRPr lang="pt-BR" sz="160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otham Book" panose="02000604030000020004" pitchFamily="2" charset="0"/>
                </a:endParaRPr>
              </a:p>
              <a:p>
                <a:endParaRPr lang="pt-BR" sz="160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otham Book" panose="02000604030000020004" pitchFamily="2" charset="0"/>
                </a:endParaRPr>
              </a:p>
              <a:p>
                <a:pPr marL="114300" indent="0">
                  <a:buNone/>
                </a:pPr>
                <a:endParaRPr lang="pt-BR" sz="160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otham Book" panose="02000604030000020004" pitchFamily="2" charset="0"/>
                </a:endParaRPr>
              </a:p>
              <a:p>
                <a:endParaRPr lang="pt-BR" sz="160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otham Book" panose="02000604030000020004" pitchFamily="2" charset="0"/>
                </a:endParaRPr>
              </a:p>
              <a:p>
                <a:pPr marL="114300" indent="0">
                  <a:buNone/>
                </a:pPr>
                <a:endParaRPr lang="pt-BR" sz="160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otham Book" panose="02000604030000020004" pitchFamily="2" charset="0"/>
                </a:endParaRPr>
              </a:p>
              <a:p>
                <a:endParaRPr lang="pt-BR" sz="160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otham Book" panose="02000604030000020004" pitchFamily="2" charset="0"/>
                </a:endParaRPr>
              </a:p>
              <a:p>
                <a:endParaRPr lang="pt-BR" sz="160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otham Book" panose="02000604030000020004" pitchFamily="2" charset="0"/>
                </a:endParaRPr>
              </a:p>
              <a:p>
                <a:pPr marL="114300" indent="0" algn="just">
                  <a:spcBef>
                    <a:spcPts val="0"/>
                  </a:spcBef>
                  <a:spcAft>
                    <a:spcPts val="1200"/>
                  </a:spcAft>
                  <a:buClr>
                    <a:schemeClr val="accent1">
                      <a:lumMod val="75000"/>
                    </a:schemeClr>
                  </a:buClr>
                  <a:buNone/>
                </a:pPr>
                <a:endParaRPr lang="pt-BR" sz="160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otham Book" panose="02000604030000020004" pitchFamily="2" charset="0"/>
                </a:endParaRPr>
              </a:p>
              <a:p>
                <a:pPr marL="114300" indent="0" algn="just">
                  <a:spcBef>
                    <a:spcPts val="0"/>
                  </a:spcBef>
                  <a:spcAft>
                    <a:spcPts val="1200"/>
                  </a:spcAft>
                  <a:buClr>
                    <a:schemeClr val="accent1">
                      <a:lumMod val="75000"/>
                    </a:schemeClr>
                  </a:buClr>
                  <a:buNone/>
                </a:pPr>
                <a:endParaRPr lang="pt-BR" sz="160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otham Book" panose="02000604030000020004" pitchFamily="2" charset="0"/>
                </a:endParaRPr>
              </a:p>
              <a:p>
                <a:pPr algn="just">
                  <a:spcBef>
                    <a:spcPts val="0"/>
                  </a:spcBef>
                  <a:spcAft>
                    <a:spcPts val="1200"/>
                  </a:spcAft>
                  <a:buClr>
                    <a:schemeClr val="accent1">
                      <a:lumMod val="75000"/>
                    </a:schemeClr>
                  </a:buClr>
                </a:pPr>
                <a:endParaRPr lang="pt-BR" sz="160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otham Book" panose="02000604030000020004" pitchFamily="2" charset="0"/>
                </a:endParaRPr>
              </a:p>
              <a:p>
                <a:pPr algn="just">
                  <a:spcBef>
                    <a:spcPts val="0"/>
                  </a:spcBef>
                  <a:spcAft>
                    <a:spcPts val="1200"/>
                  </a:spcAft>
                  <a:buClr>
                    <a:schemeClr val="accent1">
                      <a:lumMod val="75000"/>
                    </a:schemeClr>
                  </a:buClr>
                </a:pPr>
                <a:endParaRPr lang="pt-BR" sz="160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otham Book" panose="02000604030000020004" pitchFamily="2" charset="0"/>
                </a:endParaRPr>
              </a:p>
              <a:p>
                <a:pPr algn="just">
                  <a:spcBef>
                    <a:spcPts val="0"/>
                  </a:spcBef>
                  <a:spcAft>
                    <a:spcPts val="1200"/>
                  </a:spcAft>
                  <a:buClr>
                    <a:schemeClr val="accent1">
                      <a:lumMod val="75000"/>
                    </a:schemeClr>
                  </a:buClr>
                </a:pPr>
                <a:endParaRPr lang="pt-BR" sz="160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otham Book" panose="02000604030000020004" pitchFamily="2" charset="0"/>
                </a:endParaRPr>
              </a:p>
              <a:p>
                <a:pPr marL="114300" indent="0" algn="just">
                  <a:spcBef>
                    <a:spcPts val="0"/>
                  </a:spcBef>
                  <a:spcAft>
                    <a:spcPts val="1200"/>
                  </a:spcAft>
                  <a:buClr>
                    <a:schemeClr val="accent1">
                      <a:lumMod val="75000"/>
                    </a:schemeClr>
                  </a:buClr>
                  <a:buNone/>
                </a:pPr>
                <a:endParaRPr lang="pt-BR" sz="160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otham Book" panose="02000604030000020004" pitchFamily="2" charset="0"/>
                </a:endParaRPr>
              </a:p>
            </p:txBody>
          </p:sp>
        </mc:Choice>
        <mc:Fallback xmlns="">
          <p:sp>
            <p:nvSpPr>
              <p:cNvPr id="27" name="Marcador de contenido 2">
                <a:extLst>
                  <a:ext uri="{FF2B5EF4-FFF2-40B4-BE49-F238E27FC236}">
                    <a16:creationId xmlns:a16="http://schemas.microsoft.com/office/drawing/2014/main" id="{6DD32B08-5E7D-A192-C1F5-EB40CC3827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3320" y="1210100"/>
                <a:ext cx="10275016" cy="510873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5">
            <a:extLst>
              <a:ext uri="{FF2B5EF4-FFF2-40B4-BE49-F238E27FC236}">
                <a16:creationId xmlns:a16="http://schemas.microsoft.com/office/drawing/2014/main" id="{501C45C9-E922-3381-49D9-7542F22BF2ED}"/>
              </a:ext>
            </a:extLst>
          </p:cNvPr>
          <p:cNvSpPr txBox="1"/>
          <p:nvPr/>
        </p:nvSpPr>
        <p:spPr>
          <a:xfrm>
            <a:off x="401933" y="168881"/>
            <a:ext cx="2901706" cy="2333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ts val="1100"/>
              </a:lnSpc>
              <a:defRPr/>
            </a:pPr>
            <a:r>
              <a:rPr lang="pt-BR" sz="1000" noProof="0" dirty="0">
                <a:solidFill>
                  <a:srgbClr val="4D4D4D"/>
                </a:solidFill>
                <a:latin typeface="Gotham Light" pitchFamily="50" charset="0"/>
                <a:cs typeface="Gotham Black" pitchFamily="50" charset="0"/>
              </a:rPr>
              <a:t>Solução</a:t>
            </a:r>
            <a:endParaRPr kumimoji="0" lang="pt-BR" sz="1000" b="1" i="0" u="none" strike="noStrike" kern="1200" cap="none" spc="0" normalizeH="0" baseline="0" noProof="0" dirty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Gotham Light" pitchFamily="50" charset="0"/>
              <a:ea typeface="+mn-ea"/>
              <a:cs typeface="Gotham Black" pitchFamily="50" charset="0"/>
            </a:endParaRP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291389F2-F5FB-C07C-20DA-66B8EC5F6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80550" y="6507601"/>
            <a:ext cx="401933" cy="208433"/>
          </a:xfrm>
          <a:solidFill>
            <a:srgbClr val="B4C7E7"/>
          </a:solidFill>
        </p:spPr>
        <p:txBody>
          <a:bodyPr/>
          <a:lstStyle/>
          <a:p>
            <a:pPr algn="ctr"/>
            <a:fld id="{EE745C5F-8F31-4318-ABF5-660B737895AE}" type="slidenum">
              <a:rPr lang="pt-BR" sz="1000" noProof="0" smtClean="0">
                <a:solidFill>
                  <a:schemeClr val="bg1"/>
                </a:solidFill>
                <a:latin typeface="Gotham Book" panose="02000604040000020004" pitchFamily="50" charset="0"/>
              </a:rPr>
              <a:pPr algn="ctr"/>
              <a:t>19</a:t>
            </a:fld>
            <a:endParaRPr lang="pt-BR" sz="1000" noProof="0" dirty="0">
              <a:solidFill>
                <a:schemeClr val="bg1"/>
              </a:solidFill>
              <a:latin typeface="Gotham Book" panose="02000604040000020004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3879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89">
            <a:extLst>
              <a:ext uri="{FF2B5EF4-FFF2-40B4-BE49-F238E27FC236}">
                <a16:creationId xmlns:a16="http://schemas.microsoft.com/office/drawing/2014/main" id="{5FED718F-9803-800A-F258-487CD4CACD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8336" y="6350242"/>
            <a:ext cx="780356" cy="365792"/>
          </a:xfrm>
          <a:prstGeom prst="rect">
            <a:avLst/>
          </a:prstGeom>
        </p:spPr>
      </p:pic>
      <p:sp>
        <p:nvSpPr>
          <p:cNvPr id="7" name="Rectángulo 5">
            <a:extLst>
              <a:ext uri="{FF2B5EF4-FFF2-40B4-BE49-F238E27FC236}">
                <a16:creationId xmlns:a16="http://schemas.microsoft.com/office/drawing/2014/main" id="{E0388FD9-EC60-F5FE-0362-6544841E372E}"/>
              </a:ext>
            </a:extLst>
          </p:cNvPr>
          <p:cNvSpPr/>
          <p:nvPr/>
        </p:nvSpPr>
        <p:spPr>
          <a:xfrm>
            <a:off x="346933" y="144104"/>
            <a:ext cx="55001" cy="42401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2" name="Grupo 83">
            <a:extLst>
              <a:ext uri="{FF2B5EF4-FFF2-40B4-BE49-F238E27FC236}">
                <a16:creationId xmlns:a16="http://schemas.microsoft.com/office/drawing/2014/main" id="{A4E3474D-8474-798A-0E6D-916DAC09142C}"/>
              </a:ext>
            </a:extLst>
          </p:cNvPr>
          <p:cNvGrpSpPr/>
          <p:nvPr/>
        </p:nvGrpSpPr>
        <p:grpSpPr>
          <a:xfrm>
            <a:off x="0" y="6457233"/>
            <a:ext cx="401934" cy="326337"/>
            <a:chOff x="0" y="6457233"/>
            <a:chExt cx="401934" cy="326337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13" name="Rectángulo redondeado 1">
              <a:extLst>
                <a:ext uri="{FF2B5EF4-FFF2-40B4-BE49-F238E27FC236}">
                  <a16:creationId xmlns:a16="http://schemas.microsoft.com/office/drawing/2014/main" id="{2E36149E-4F40-CC2F-C619-7D35A4F6D6C9}"/>
                </a:ext>
              </a:extLst>
            </p:cNvPr>
            <p:cNvSpPr/>
            <p:nvPr/>
          </p:nvSpPr>
          <p:spPr>
            <a:xfrm>
              <a:off x="0" y="6457233"/>
              <a:ext cx="401934" cy="326337"/>
            </a:xfrm>
            <a:prstGeom prst="flowChartDelay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CuadroTexto 85">
              <a:extLst>
                <a:ext uri="{FF2B5EF4-FFF2-40B4-BE49-F238E27FC236}">
                  <a16:creationId xmlns:a16="http://schemas.microsoft.com/office/drawing/2014/main" id="{1F92F7A6-0826-1FE4-6F5F-0A5263392AAF}"/>
                </a:ext>
              </a:extLst>
            </p:cNvPr>
            <p:cNvSpPr txBox="1"/>
            <p:nvPr/>
          </p:nvSpPr>
          <p:spPr>
            <a:xfrm>
              <a:off x="15073" y="6489596"/>
              <a:ext cx="263223" cy="2616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ok" panose="02000604040000020004" pitchFamily="50" charset="0"/>
                  <a:ea typeface="+mn-ea"/>
                  <a:cs typeface="+mn-cs"/>
                </a:rPr>
                <a:t>6</a:t>
              </a:r>
            </a:p>
          </p:txBody>
        </p:sp>
      </p:grpSp>
      <p:sp>
        <p:nvSpPr>
          <p:cNvPr id="22" name="Título 1">
            <a:extLst>
              <a:ext uri="{FF2B5EF4-FFF2-40B4-BE49-F238E27FC236}">
                <a16:creationId xmlns:a16="http://schemas.microsoft.com/office/drawing/2014/main" id="{53331EDC-2B0E-6359-47A7-183566E32F07}"/>
              </a:ext>
            </a:extLst>
          </p:cNvPr>
          <p:cNvSpPr txBox="1">
            <a:spLocks/>
          </p:cNvSpPr>
          <p:nvPr/>
        </p:nvSpPr>
        <p:spPr bwMode="auto">
          <a:xfrm>
            <a:off x="1494987" y="875717"/>
            <a:ext cx="9190565" cy="859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21920" tIns="60960" rIns="121920" bIns="60960" numCol="1" anchor="ctr" anchorCtr="0" compatLnSpc="1">
            <a:prstTxWarp prst="textNoShape">
              <a:avLst/>
            </a:prstTxWarp>
          </a:bodyPr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pt-BR" sz="2400" b="1" noProof="0" dirty="0">
                <a:solidFill>
                  <a:schemeClr val="accent1">
                    <a:lumMod val="75000"/>
                  </a:schemeClr>
                </a:solidFill>
                <a:latin typeface="Gotham Black" panose="02000604040000020004" pitchFamily="50" charset="0"/>
              </a:rPr>
              <a:t>Caracterização da solução do modelo</a:t>
            </a:r>
          </a:p>
          <a:p>
            <a:pPr defTabSz="914377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pt-BR" sz="3000" b="1" noProof="0" dirty="0">
              <a:solidFill>
                <a:schemeClr val="accent1">
                  <a:lumMod val="75000"/>
                </a:schemeClr>
              </a:solidFill>
              <a:latin typeface="Gotham Black" panose="02000604040000020004" pitchFamily="50" charset="0"/>
            </a:endParaRPr>
          </a:p>
        </p:txBody>
      </p:sp>
      <p:sp>
        <p:nvSpPr>
          <p:cNvPr id="27" name="Marcador de contenido 2">
            <a:extLst>
              <a:ext uri="{FF2B5EF4-FFF2-40B4-BE49-F238E27FC236}">
                <a16:creationId xmlns:a16="http://schemas.microsoft.com/office/drawing/2014/main" id="{6DD32B08-5E7D-A192-C1F5-EB40CC3827C6}"/>
              </a:ext>
            </a:extLst>
          </p:cNvPr>
          <p:cNvSpPr txBox="1">
            <a:spLocks/>
          </p:cNvSpPr>
          <p:nvPr/>
        </p:nvSpPr>
        <p:spPr>
          <a:xfrm>
            <a:off x="1127104" y="1241509"/>
            <a:ext cx="10275016" cy="5108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114300" indent="0"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  <a:buNone/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pPr>
              <a:buClr>
                <a:schemeClr val="accent1">
                  <a:lumMod val="75000"/>
                </a:schemeClr>
              </a:buClr>
            </a:pPr>
            <a:r>
              <a:rPr lang="pt-BR" sz="16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Gotham Book" panose="02000604030000020004" pitchFamily="2" charset="0"/>
              </a:rPr>
              <a:t>Do mesmo modo, </a:t>
            </a:r>
            <a:r>
              <a:rPr lang="pt-BR" sz="1600" b="1" noProof="0" dirty="0">
                <a:solidFill>
                  <a:schemeClr val="accent1">
                    <a:lumMod val="75000"/>
                  </a:schemeClr>
                </a:solidFill>
                <a:latin typeface="Gotham Book" panose="02000604030000020004" pitchFamily="2" charset="0"/>
              </a:rPr>
              <a:t>o capital diminui quando o consumo é superior a esta função</a:t>
            </a:r>
            <a:r>
              <a:rPr lang="pt-BR" sz="16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Gotham Book" panose="02000604030000020004" pitchFamily="2" charset="0"/>
              </a:rPr>
              <a:t>:</a:t>
            </a:r>
          </a:p>
          <a:p>
            <a:pPr>
              <a:buClr>
                <a:schemeClr val="accent1">
                  <a:lumMod val="75000"/>
                </a:schemeClr>
              </a:buClr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pPr>
              <a:buClr>
                <a:schemeClr val="accent1">
                  <a:lumMod val="75000"/>
                </a:schemeClr>
              </a:buClr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pPr>
              <a:buClr>
                <a:schemeClr val="accent1">
                  <a:lumMod val="75000"/>
                </a:schemeClr>
              </a:buClr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pPr>
              <a:buClr>
                <a:schemeClr val="accent1">
                  <a:lumMod val="75000"/>
                </a:schemeClr>
              </a:buClr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pPr>
              <a:buClr>
                <a:schemeClr val="accent1">
                  <a:lumMod val="75000"/>
                </a:schemeClr>
              </a:buClr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pPr>
              <a:buClr>
                <a:schemeClr val="accent1">
                  <a:lumMod val="75000"/>
                </a:schemeClr>
              </a:buClr>
            </a:pPr>
            <a:r>
              <a:rPr lang="pt-BR" sz="16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Gotham Book" panose="02000604030000020004" pitchFamily="2" charset="0"/>
              </a:rPr>
              <a:t>Por último, </a:t>
            </a:r>
            <a:r>
              <a:rPr lang="pt-BR" sz="1600" b="1" noProof="0" dirty="0">
                <a:solidFill>
                  <a:schemeClr val="accent1">
                    <a:lumMod val="75000"/>
                  </a:schemeClr>
                </a:solidFill>
                <a:latin typeface="Gotham Book" panose="02000604030000020004" pitchFamily="2" charset="0"/>
              </a:rPr>
              <a:t>o capital encontra-se num estado estacionário se</a:t>
            </a:r>
            <a:r>
              <a:rPr lang="pt-BR" sz="16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Gotham Book" panose="02000604030000020004" pitchFamily="2" charset="0"/>
              </a:rPr>
              <a:t>:</a:t>
            </a:r>
          </a:p>
          <a:p>
            <a:pPr marL="114300" indent="0" algn="ctr">
              <a:buNone/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pPr marL="114300" indent="0">
              <a:buNone/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pPr marL="114300" indent="0">
              <a:buNone/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pPr marL="114300" indent="0">
              <a:buNone/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pPr marL="114300" indent="0">
              <a:buNone/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pPr marL="114300" indent="0"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  <a:buNone/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pPr marL="114300" indent="0"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  <a:buNone/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pPr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pPr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pPr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pPr marL="114300" indent="0"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  <a:buNone/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a 1">
                <a:extLst>
                  <a:ext uri="{FF2B5EF4-FFF2-40B4-BE49-F238E27FC236}">
                    <a16:creationId xmlns:a16="http://schemas.microsoft.com/office/drawing/2014/main" id="{2AC1A6A1-B5A9-798B-A464-C40CB78C46C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14807258"/>
                  </p:ext>
                </p:extLst>
              </p:nvPr>
            </p:nvGraphicFramePr>
            <p:xfrm>
              <a:off x="2026271" y="2622859"/>
              <a:ext cx="8127999" cy="7924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46279">
                      <a:extLst>
                        <a:ext uri="{9D8B030D-6E8A-4147-A177-3AD203B41FA5}">
                          <a16:colId xmlns:a16="http://schemas.microsoft.com/office/drawing/2014/main" val="3336428242"/>
                        </a:ext>
                      </a:extLst>
                    </a:gridCol>
                    <a:gridCol w="7147354">
                      <a:extLst>
                        <a:ext uri="{9D8B030D-6E8A-4147-A177-3AD203B41FA5}">
                          <a16:colId xmlns:a16="http://schemas.microsoft.com/office/drawing/2014/main" val="322572106"/>
                        </a:ext>
                      </a:extLst>
                    </a:gridCol>
                    <a:gridCol w="734366">
                      <a:extLst>
                        <a:ext uri="{9D8B030D-6E8A-4147-A177-3AD203B41FA5}">
                          <a16:colId xmlns:a16="http://schemas.microsoft.com/office/drawing/2014/main" val="393348593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pt-BR" noProof="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11430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1200"/>
                            </a:spcAft>
                            <a:buClr>
                              <a:schemeClr val="accent1">
                                <a:lumMod val="75000"/>
                              </a:schemeClr>
                            </a:buClr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pt-BR" sz="1800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800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pt-BR" sz="1800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pt-BR" sz="1800" b="0" i="1" noProof="0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&gt;</m:t>
                                </m:r>
                                <m:r>
                                  <a:rPr lang="pt-BR" sz="1800" b="0" i="1" noProof="0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sSubSup>
                                  <m:sSubSupPr>
                                    <m:ctrlPr>
                                      <a:rPr lang="pt-BR" sz="1800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pt-BR" sz="1800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pt-BR" sz="1800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  <m:sup>
                                    <m:r>
                                      <a:rPr lang="pt-BR" sz="1800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sup>
                                </m:sSubSup>
                                <m:r>
                                  <a:rPr lang="pt-BR" sz="1800" b="0" i="1" noProof="0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pt-BR" sz="1800" b="0" i="1" noProof="0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𝛿</m:t>
                                </m:r>
                                <m:sSub>
                                  <m:sSubPr>
                                    <m:ctrlPr>
                                      <a:rPr lang="pt-BR" sz="1800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800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pt-BR" sz="1800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noProof="0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Gotham Book" panose="02000604030000020004" pitchFamily="2" charset="0"/>
                          </a:endParaRPr>
                        </a:p>
                        <a:p>
                          <a:pPr marL="114300" indent="0" algn="just">
                            <a:spcBef>
                              <a:spcPts val="0"/>
                            </a:spcBef>
                            <a:spcAft>
                              <a:spcPts val="1200"/>
                            </a:spcAft>
                            <a:buClr>
                              <a:schemeClr val="accent1">
                                <a:lumMod val="75000"/>
                              </a:schemeClr>
                            </a:buClr>
                            <a:buNone/>
                          </a:pPr>
                          <a:endParaRPr lang="pt-BR" b="0" noProof="0" dirty="0">
                            <a:solidFill>
                              <a:schemeClr val="tx1"/>
                            </a:solidFill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BR" b="0" i="0" noProof="0" dirty="0">
                              <a:solidFill>
                                <a:schemeClr val="tx1"/>
                              </a:solidFill>
                              <a:latin typeface="Gotham Light" pitchFamily="2" charset="0"/>
                            </a:rPr>
                            <a:t>(17)</a:t>
                          </a:r>
                          <a:endParaRPr lang="pt-BR" noProof="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893949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a 1">
                <a:extLst>
                  <a:ext uri="{FF2B5EF4-FFF2-40B4-BE49-F238E27FC236}">
                    <a16:creationId xmlns:a16="http://schemas.microsoft.com/office/drawing/2014/main" id="{2AC1A6A1-B5A9-798B-A464-C40CB78C46C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14807258"/>
                  </p:ext>
                </p:extLst>
              </p:nvPr>
            </p:nvGraphicFramePr>
            <p:xfrm>
              <a:off x="2026271" y="2622859"/>
              <a:ext cx="8127999" cy="7924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46279">
                      <a:extLst>
                        <a:ext uri="{9D8B030D-6E8A-4147-A177-3AD203B41FA5}">
                          <a16:colId xmlns:a16="http://schemas.microsoft.com/office/drawing/2014/main" val="3336428242"/>
                        </a:ext>
                      </a:extLst>
                    </a:gridCol>
                    <a:gridCol w="7147354">
                      <a:extLst>
                        <a:ext uri="{9D8B030D-6E8A-4147-A177-3AD203B41FA5}">
                          <a16:colId xmlns:a16="http://schemas.microsoft.com/office/drawing/2014/main" val="322572106"/>
                        </a:ext>
                      </a:extLst>
                    </a:gridCol>
                    <a:gridCol w="734366">
                      <a:extLst>
                        <a:ext uri="{9D8B030D-6E8A-4147-A177-3AD203B41FA5}">
                          <a16:colId xmlns:a16="http://schemas.microsoft.com/office/drawing/2014/main" val="3933485931"/>
                        </a:ext>
                      </a:extLst>
                    </a:gridCol>
                  </a:tblGrid>
                  <a:tr h="792480">
                    <a:tc>
                      <a:txBody>
                        <a:bodyPr/>
                        <a:lstStyle/>
                        <a:p>
                          <a:endParaRPr lang="pt-BR" noProof="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3495" t="-763" r="-10656" b="-30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BR" b="0" i="0" noProof="0" dirty="0">
                              <a:solidFill>
                                <a:schemeClr val="tx1"/>
                              </a:solidFill>
                              <a:latin typeface="Gotham Light" pitchFamily="2" charset="0"/>
                            </a:rPr>
                            <a:t>(17)</a:t>
                          </a:r>
                          <a:endParaRPr lang="pt-BR" noProof="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893949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a 2">
                <a:extLst>
                  <a:ext uri="{FF2B5EF4-FFF2-40B4-BE49-F238E27FC236}">
                    <a16:creationId xmlns:a16="http://schemas.microsoft.com/office/drawing/2014/main" id="{A08D115E-B50B-1C62-1ED7-407BBE0A064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87991610"/>
                  </p:ext>
                </p:extLst>
              </p:nvPr>
            </p:nvGraphicFramePr>
            <p:xfrm>
              <a:off x="2026271" y="4486550"/>
              <a:ext cx="8127999" cy="7924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46279">
                      <a:extLst>
                        <a:ext uri="{9D8B030D-6E8A-4147-A177-3AD203B41FA5}">
                          <a16:colId xmlns:a16="http://schemas.microsoft.com/office/drawing/2014/main" val="3336428242"/>
                        </a:ext>
                      </a:extLst>
                    </a:gridCol>
                    <a:gridCol w="7147354">
                      <a:extLst>
                        <a:ext uri="{9D8B030D-6E8A-4147-A177-3AD203B41FA5}">
                          <a16:colId xmlns:a16="http://schemas.microsoft.com/office/drawing/2014/main" val="322572106"/>
                        </a:ext>
                      </a:extLst>
                    </a:gridCol>
                    <a:gridCol w="734366">
                      <a:extLst>
                        <a:ext uri="{9D8B030D-6E8A-4147-A177-3AD203B41FA5}">
                          <a16:colId xmlns:a16="http://schemas.microsoft.com/office/drawing/2014/main" val="393348593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pt-BR" noProof="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11430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1200"/>
                            </a:spcAft>
                            <a:buClr>
                              <a:schemeClr val="accent1">
                                <a:lumMod val="75000"/>
                              </a:schemeClr>
                            </a:buClr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pt-BR" sz="1800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800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pt-BR" sz="1800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pt-BR" sz="1800" b="0" i="1" noProof="0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pt-BR" sz="1800" b="0" i="1" noProof="0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sSubSup>
                                  <m:sSubSupPr>
                                    <m:ctrlPr>
                                      <a:rPr lang="pt-BR" sz="1800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pt-BR" sz="1800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pt-BR" sz="1800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  <m:sup>
                                    <m:r>
                                      <a:rPr lang="pt-BR" sz="1800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sup>
                                </m:sSubSup>
                                <m:r>
                                  <a:rPr lang="pt-BR" sz="1800" b="0" i="1" noProof="0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pt-BR" sz="1800" b="0" i="1" noProof="0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𝛿</m:t>
                                </m:r>
                                <m:sSub>
                                  <m:sSubPr>
                                    <m:ctrlPr>
                                      <a:rPr lang="pt-BR" sz="1800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800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pt-BR" sz="1800" b="0" i="1" noProof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800" noProof="0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Gotham Book" panose="02000604030000020004" pitchFamily="2" charset="0"/>
                          </a:endParaRPr>
                        </a:p>
                        <a:p>
                          <a:pPr marL="114300" indent="0" algn="just">
                            <a:spcBef>
                              <a:spcPts val="0"/>
                            </a:spcBef>
                            <a:spcAft>
                              <a:spcPts val="1200"/>
                            </a:spcAft>
                            <a:buClr>
                              <a:schemeClr val="accent1">
                                <a:lumMod val="75000"/>
                              </a:schemeClr>
                            </a:buClr>
                            <a:buNone/>
                          </a:pPr>
                          <a:endParaRPr lang="pt-BR" b="0" noProof="0" dirty="0">
                            <a:solidFill>
                              <a:schemeClr val="tx1"/>
                            </a:solidFill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BR" b="0" i="0" noProof="0" dirty="0">
                              <a:solidFill>
                                <a:schemeClr val="tx1"/>
                              </a:solidFill>
                              <a:latin typeface="Gotham Light" pitchFamily="2" charset="0"/>
                            </a:rPr>
                            <a:t>(18)</a:t>
                          </a:r>
                          <a:endParaRPr lang="pt-BR" noProof="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893949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a 2">
                <a:extLst>
                  <a:ext uri="{FF2B5EF4-FFF2-40B4-BE49-F238E27FC236}">
                    <a16:creationId xmlns:a16="http://schemas.microsoft.com/office/drawing/2014/main" id="{A08D115E-B50B-1C62-1ED7-407BBE0A064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87991610"/>
                  </p:ext>
                </p:extLst>
              </p:nvPr>
            </p:nvGraphicFramePr>
            <p:xfrm>
              <a:off x="2026271" y="4486550"/>
              <a:ext cx="8127999" cy="7924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46279">
                      <a:extLst>
                        <a:ext uri="{9D8B030D-6E8A-4147-A177-3AD203B41FA5}">
                          <a16:colId xmlns:a16="http://schemas.microsoft.com/office/drawing/2014/main" val="3336428242"/>
                        </a:ext>
                      </a:extLst>
                    </a:gridCol>
                    <a:gridCol w="7147354">
                      <a:extLst>
                        <a:ext uri="{9D8B030D-6E8A-4147-A177-3AD203B41FA5}">
                          <a16:colId xmlns:a16="http://schemas.microsoft.com/office/drawing/2014/main" val="322572106"/>
                        </a:ext>
                      </a:extLst>
                    </a:gridCol>
                    <a:gridCol w="734366">
                      <a:extLst>
                        <a:ext uri="{9D8B030D-6E8A-4147-A177-3AD203B41FA5}">
                          <a16:colId xmlns:a16="http://schemas.microsoft.com/office/drawing/2014/main" val="3933485931"/>
                        </a:ext>
                      </a:extLst>
                    </a:gridCol>
                  </a:tblGrid>
                  <a:tr h="792480">
                    <a:tc>
                      <a:txBody>
                        <a:bodyPr/>
                        <a:lstStyle/>
                        <a:p>
                          <a:endParaRPr lang="pt-BR" noProof="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5"/>
                          <a:stretch>
                            <a:fillRect l="-3495" t="-763" r="-10656" b="-38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BR" b="0" i="0" noProof="0" dirty="0">
                              <a:solidFill>
                                <a:schemeClr val="tx1"/>
                              </a:solidFill>
                              <a:latin typeface="Gotham Light" pitchFamily="2" charset="0"/>
                            </a:rPr>
                            <a:t>(18)</a:t>
                          </a:r>
                          <a:endParaRPr lang="pt-BR" noProof="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893949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TextBox 5">
            <a:extLst>
              <a:ext uri="{FF2B5EF4-FFF2-40B4-BE49-F238E27FC236}">
                <a16:creationId xmlns:a16="http://schemas.microsoft.com/office/drawing/2014/main" id="{8644F91E-699A-22A6-64DA-F64EFC704767}"/>
              </a:ext>
            </a:extLst>
          </p:cNvPr>
          <p:cNvSpPr txBox="1"/>
          <p:nvPr/>
        </p:nvSpPr>
        <p:spPr>
          <a:xfrm>
            <a:off x="401933" y="168881"/>
            <a:ext cx="2901706" cy="2333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ts val="1100"/>
              </a:lnSpc>
              <a:defRPr/>
            </a:pPr>
            <a:r>
              <a:rPr lang="pt-BR" sz="1000" noProof="0" dirty="0">
                <a:solidFill>
                  <a:srgbClr val="4D4D4D"/>
                </a:solidFill>
                <a:latin typeface="Gotham Light" pitchFamily="50" charset="0"/>
                <a:cs typeface="Gotham Black" pitchFamily="50" charset="0"/>
              </a:rPr>
              <a:t>Solução</a:t>
            </a:r>
            <a:endParaRPr kumimoji="0" lang="pt-BR" sz="1000" b="1" i="0" u="none" strike="noStrike" kern="1200" cap="none" spc="0" normalizeH="0" baseline="0" noProof="0" dirty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Gotham Light" pitchFamily="50" charset="0"/>
              <a:ea typeface="+mn-ea"/>
              <a:cs typeface="Gotham Black" pitchFamily="50" charset="0"/>
            </a:endParaRP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85C30F59-DBA7-C66B-6BCD-1214D189C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80550" y="6507601"/>
            <a:ext cx="401933" cy="208433"/>
          </a:xfrm>
          <a:solidFill>
            <a:srgbClr val="B4C7E7"/>
          </a:solidFill>
        </p:spPr>
        <p:txBody>
          <a:bodyPr/>
          <a:lstStyle/>
          <a:p>
            <a:pPr algn="ctr"/>
            <a:fld id="{EE745C5F-8F31-4318-ABF5-660B737895AE}" type="slidenum">
              <a:rPr lang="pt-BR" sz="1000" noProof="0" smtClean="0">
                <a:solidFill>
                  <a:schemeClr val="bg1"/>
                </a:solidFill>
                <a:latin typeface="Gotham Book" panose="02000604040000020004" pitchFamily="50" charset="0"/>
              </a:rPr>
              <a:pPr algn="ctr"/>
              <a:t>20</a:t>
            </a:fld>
            <a:endParaRPr lang="pt-BR" sz="1000" noProof="0" dirty="0">
              <a:solidFill>
                <a:schemeClr val="bg1"/>
              </a:solidFill>
              <a:latin typeface="Gotham Book" panose="02000604040000020004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4370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669B42-466F-54BE-01B8-0AF8AF056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89">
            <a:extLst>
              <a:ext uri="{FF2B5EF4-FFF2-40B4-BE49-F238E27FC236}">
                <a16:creationId xmlns:a16="http://schemas.microsoft.com/office/drawing/2014/main" id="{D5ADFA17-E7E7-4EAF-6D37-476ED29DB8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8336" y="6350242"/>
            <a:ext cx="780356" cy="365792"/>
          </a:xfrm>
          <a:prstGeom prst="rect">
            <a:avLst/>
          </a:prstGeom>
        </p:spPr>
      </p:pic>
      <p:sp>
        <p:nvSpPr>
          <p:cNvPr id="7" name="Rectángulo 5">
            <a:extLst>
              <a:ext uri="{FF2B5EF4-FFF2-40B4-BE49-F238E27FC236}">
                <a16:creationId xmlns:a16="http://schemas.microsoft.com/office/drawing/2014/main" id="{0257460B-DCEB-59C8-D0F7-BE5D035A6F72}"/>
              </a:ext>
            </a:extLst>
          </p:cNvPr>
          <p:cNvSpPr/>
          <p:nvPr/>
        </p:nvSpPr>
        <p:spPr>
          <a:xfrm>
            <a:off x="346933" y="144104"/>
            <a:ext cx="55001" cy="42401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2" name="Grupo 83">
            <a:extLst>
              <a:ext uri="{FF2B5EF4-FFF2-40B4-BE49-F238E27FC236}">
                <a16:creationId xmlns:a16="http://schemas.microsoft.com/office/drawing/2014/main" id="{2AD55F0D-BA7A-CC89-7AE8-C9E4BFD6964D}"/>
              </a:ext>
            </a:extLst>
          </p:cNvPr>
          <p:cNvGrpSpPr/>
          <p:nvPr/>
        </p:nvGrpSpPr>
        <p:grpSpPr>
          <a:xfrm>
            <a:off x="0" y="6457233"/>
            <a:ext cx="401934" cy="326337"/>
            <a:chOff x="0" y="6457233"/>
            <a:chExt cx="401934" cy="326337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13" name="Rectángulo redondeado 1">
              <a:extLst>
                <a:ext uri="{FF2B5EF4-FFF2-40B4-BE49-F238E27FC236}">
                  <a16:creationId xmlns:a16="http://schemas.microsoft.com/office/drawing/2014/main" id="{DDD73A9D-0992-9083-1565-5F75F08F3363}"/>
                </a:ext>
              </a:extLst>
            </p:cNvPr>
            <p:cNvSpPr/>
            <p:nvPr/>
          </p:nvSpPr>
          <p:spPr>
            <a:xfrm>
              <a:off x="0" y="6457233"/>
              <a:ext cx="401934" cy="326337"/>
            </a:xfrm>
            <a:prstGeom prst="flowChartDelay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CuadroTexto 85">
              <a:extLst>
                <a:ext uri="{FF2B5EF4-FFF2-40B4-BE49-F238E27FC236}">
                  <a16:creationId xmlns:a16="http://schemas.microsoft.com/office/drawing/2014/main" id="{4947C98C-FABF-3642-8679-57B8220F064B}"/>
                </a:ext>
              </a:extLst>
            </p:cNvPr>
            <p:cNvSpPr txBox="1"/>
            <p:nvPr/>
          </p:nvSpPr>
          <p:spPr>
            <a:xfrm>
              <a:off x="15073" y="6489596"/>
              <a:ext cx="263223" cy="2616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ok" panose="02000604040000020004" pitchFamily="50" charset="0"/>
                  <a:ea typeface="+mn-ea"/>
                  <a:cs typeface="+mn-cs"/>
                </a:rPr>
                <a:t>6</a:t>
              </a:r>
            </a:p>
          </p:txBody>
        </p:sp>
      </p:grpSp>
      <p:sp>
        <p:nvSpPr>
          <p:cNvPr id="22" name="Título 1">
            <a:extLst>
              <a:ext uri="{FF2B5EF4-FFF2-40B4-BE49-F238E27FC236}">
                <a16:creationId xmlns:a16="http://schemas.microsoft.com/office/drawing/2014/main" id="{C2D2921A-96B8-0E8E-F969-2BB2C59339EF}"/>
              </a:ext>
            </a:extLst>
          </p:cNvPr>
          <p:cNvSpPr txBox="1">
            <a:spLocks/>
          </p:cNvSpPr>
          <p:nvPr/>
        </p:nvSpPr>
        <p:spPr bwMode="auto">
          <a:xfrm>
            <a:off x="1494989" y="539166"/>
            <a:ext cx="9190565" cy="859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21920" tIns="60960" rIns="121920" bIns="60960" numCol="1" anchor="ctr" anchorCtr="0" compatLnSpc="1">
            <a:prstTxWarp prst="textNoShape">
              <a:avLst/>
            </a:prstTxWarp>
          </a:bodyPr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pt-BR" sz="2400" b="1" noProof="0" dirty="0">
                <a:solidFill>
                  <a:schemeClr val="accent1">
                    <a:lumMod val="75000"/>
                  </a:schemeClr>
                </a:solidFill>
                <a:latin typeface="Gotham Black" panose="02000604040000020004" pitchFamily="50" charset="0"/>
              </a:rPr>
              <a:t>Caracterização da solução do modelo</a:t>
            </a:r>
          </a:p>
          <a:p>
            <a:pPr defTabSz="914377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pt-BR" sz="3000" b="1" noProof="0" dirty="0">
              <a:solidFill>
                <a:schemeClr val="accent1">
                  <a:lumMod val="75000"/>
                </a:schemeClr>
              </a:solidFill>
              <a:latin typeface="Gotham Black" panose="02000604040000020004" pitchFamily="50" charset="0"/>
            </a:endParaRPr>
          </a:p>
        </p:txBody>
      </p:sp>
      <p:sp>
        <p:nvSpPr>
          <p:cNvPr id="27" name="Marcador de contenido 2">
            <a:extLst>
              <a:ext uri="{FF2B5EF4-FFF2-40B4-BE49-F238E27FC236}">
                <a16:creationId xmlns:a16="http://schemas.microsoft.com/office/drawing/2014/main" id="{D2D6C801-845B-7BE8-B8B9-0CCB2105EE3E}"/>
              </a:ext>
            </a:extLst>
          </p:cNvPr>
          <p:cNvSpPr txBox="1">
            <a:spLocks/>
          </p:cNvSpPr>
          <p:nvPr/>
        </p:nvSpPr>
        <p:spPr>
          <a:xfrm>
            <a:off x="1033320" y="1210100"/>
            <a:ext cx="10275016" cy="5108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114300" indent="0"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  <a:buNone/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r>
              <a:rPr lang="pt-BR" sz="16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Gotham Book" panose="02000604030000020004" pitchFamily="2" charset="0"/>
              </a:rPr>
              <a:t>Evolução do capital nesta economia. Retirado de Medellín e Zuleta (2017).</a:t>
            </a:r>
          </a:p>
          <a:p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pPr marL="114300" indent="0" algn="ctr">
              <a:buNone/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pPr marL="114300" indent="0">
              <a:buNone/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pPr marL="114300" indent="0">
              <a:buNone/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pPr marL="114300" indent="0">
              <a:buNone/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pPr marL="114300" indent="0">
              <a:buNone/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pPr marL="114300" indent="0"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  <a:buNone/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pPr marL="114300" indent="0"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  <a:buNone/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pPr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pPr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pPr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pPr marL="114300" indent="0"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  <a:buNone/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A255F26B-E0D7-62FA-A800-8A575966805E}"/>
              </a:ext>
            </a:extLst>
          </p:cNvPr>
          <p:cNvSpPr txBox="1"/>
          <p:nvPr/>
        </p:nvSpPr>
        <p:spPr>
          <a:xfrm>
            <a:off x="401933" y="168881"/>
            <a:ext cx="2901706" cy="2333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ts val="1100"/>
              </a:lnSpc>
              <a:defRPr/>
            </a:pPr>
            <a:r>
              <a:rPr lang="pt-BR" sz="1000" noProof="0" dirty="0">
                <a:solidFill>
                  <a:srgbClr val="4D4D4D"/>
                </a:solidFill>
                <a:latin typeface="Gotham Light" pitchFamily="50" charset="0"/>
                <a:cs typeface="Gotham Black" pitchFamily="50" charset="0"/>
              </a:rPr>
              <a:t>Solução</a:t>
            </a:r>
            <a:endParaRPr kumimoji="0" lang="pt-BR" sz="1000" b="1" i="0" u="none" strike="noStrike" kern="1200" cap="none" spc="0" normalizeH="0" baseline="0" noProof="0" dirty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Gotham Light" pitchFamily="50" charset="0"/>
              <a:ea typeface="+mn-ea"/>
              <a:cs typeface="Gotham Black" pitchFamily="50" charset="0"/>
            </a:endParaRPr>
          </a:p>
        </p:txBody>
      </p:sp>
      <p:sp>
        <p:nvSpPr>
          <p:cNvPr id="15" name="Slide Number Placeholder 13">
            <a:extLst>
              <a:ext uri="{FF2B5EF4-FFF2-40B4-BE49-F238E27FC236}">
                <a16:creationId xmlns:a16="http://schemas.microsoft.com/office/drawing/2014/main" id="{2D64FEA9-C25A-0EFF-1D46-D527D1FAB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80550" y="6507601"/>
            <a:ext cx="401933" cy="208433"/>
          </a:xfrm>
          <a:solidFill>
            <a:srgbClr val="B4C7E7"/>
          </a:solidFill>
        </p:spPr>
        <p:txBody>
          <a:bodyPr/>
          <a:lstStyle/>
          <a:p>
            <a:pPr algn="ctr"/>
            <a:fld id="{EE745C5F-8F31-4318-ABF5-660B737895AE}" type="slidenum">
              <a:rPr lang="pt-BR" sz="1000" noProof="0" smtClean="0">
                <a:solidFill>
                  <a:schemeClr val="bg1"/>
                </a:solidFill>
                <a:latin typeface="Gotham Book" panose="02000604040000020004" pitchFamily="50" charset="0"/>
              </a:rPr>
              <a:pPr algn="ctr"/>
              <a:t>21</a:t>
            </a:fld>
            <a:endParaRPr lang="pt-BR" sz="1000" noProof="0" dirty="0">
              <a:solidFill>
                <a:schemeClr val="bg1"/>
              </a:solidFill>
              <a:latin typeface="Gotham Book" panose="02000604040000020004" pitchFamily="50" charset="0"/>
            </a:endParaRPr>
          </a:p>
        </p:txBody>
      </p:sp>
      <p:grpSp>
        <p:nvGrpSpPr>
          <p:cNvPr id="35" name="Grupo 34">
            <a:extLst>
              <a:ext uri="{FF2B5EF4-FFF2-40B4-BE49-F238E27FC236}">
                <a16:creationId xmlns:a16="http://schemas.microsoft.com/office/drawing/2014/main" id="{E51F368A-3626-E9A1-6C4E-21F08A193F2A}"/>
              </a:ext>
            </a:extLst>
          </p:cNvPr>
          <p:cNvGrpSpPr/>
          <p:nvPr/>
        </p:nvGrpSpPr>
        <p:grpSpPr>
          <a:xfrm>
            <a:off x="4107288" y="2629374"/>
            <a:ext cx="3571348" cy="3157025"/>
            <a:chOff x="4107288" y="2629374"/>
            <a:chExt cx="3571348" cy="3157025"/>
          </a:xfrm>
        </p:grpSpPr>
        <p:cxnSp>
          <p:nvCxnSpPr>
            <p:cNvPr id="24" name="Conector recto 23">
              <a:extLst>
                <a:ext uri="{FF2B5EF4-FFF2-40B4-BE49-F238E27FC236}">
                  <a16:creationId xmlns:a16="http://schemas.microsoft.com/office/drawing/2014/main" id="{FE8FA4A4-61C7-34F6-D252-0C7614051847}"/>
                </a:ext>
              </a:extLst>
            </p:cNvPr>
            <p:cNvCxnSpPr>
              <a:cxnSpLocks/>
            </p:cNvCxnSpPr>
            <p:nvPr/>
          </p:nvCxnSpPr>
          <p:spPr>
            <a:xfrm>
              <a:off x="4439639" y="2645972"/>
              <a:ext cx="0" cy="2746383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Conector recto 24">
              <a:extLst>
                <a:ext uri="{FF2B5EF4-FFF2-40B4-BE49-F238E27FC236}">
                  <a16:creationId xmlns:a16="http://schemas.microsoft.com/office/drawing/2014/main" id="{A1986CAA-445F-F489-7D5E-CE962FF3867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39639" y="5392355"/>
              <a:ext cx="3105339" cy="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CuadroTexto 31">
                  <a:extLst>
                    <a:ext uri="{FF2B5EF4-FFF2-40B4-BE49-F238E27FC236}">
                      <a16:creationId xmlns:a16="http://schemas.microsoft.com/office/drawing/2014/main" id="{6E3DE7B0-84BF-3F3E-B690-40DF619AC954}"/>
                    </a:ext>
                  </a:extLst>
                </p:cNvPr>
                <p:cNvSpPr txBox="1"/>
                <p:nvPr/>
              </p:nvSpPr>
              <p:spPr>
                <a:xfrm>
                  <a:off x="7411320" y="5509400"/>
                  <a:ext cx="26731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b="0" i="1" noProof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noProof="0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pt-BR" b="0" i="1" noProof="0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pt-BR" noProof="0" dirty="0"/>
                </a:p>
              </p:txBody>
            </p:sp>
          </mc:Choice>
          <mc:Fallback xmlns="">
            <p:sp>
              <p:nvSpPr>
                <p:cNvPr id="32" name="CuadroTexto 31">
                  <a:extLst>
                    <a:ext uri="{FF2B5EF4-FFF2-40B4-BE49-F238E27FC236}">
                      <a16:creationId xmlns:a16="http://schemas.microsoft.com/office/drawing/2014/main" id="{6E3DE7B0-84BF-3F3E-B690-40DF619AC95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11320" y="5509400"/>
                  <a:ext cx="267316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22727" r="-2273" b="-13333"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CuadroTexto 32">
                  <a:extLst>
                    <a:ext uri="{FF2B5EF4-FFF2-40B4-BE49-F238E27FC236}">
                      <a16:creationId xmlns:a16="http://schemas.microsoft.com/office/drawing/2014/main" id="{00878C68-1CB4-3B27-CE6D-6B73A8533EF9}"/>
                    </a:ext>
                  </a:extLst>
                </p:cNvPr>
                <p:cNvSpPr txBox="1"/>
                <p:nvPr/>
              </p:nvSpPr>
              <p:spPr>
                <a:xfrm>
                  <a:off x="4107288" y="2629374"/>
                  <a:ext cx="240835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b="0" i="1" noProof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noProof="0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pt-BR" b="0" i="1" noProof="0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pt-BR" noProof="0" dirty="0"/>
                </a:p>
              </p:txBody>
            </p:sp>
          </mc:Choice>
          <mc:Fallback xmlns="">
            <p:sp>
              <p:nvSpPr>
                <p:cNvPr id="33" name="CuadroTexto 32">
                  <a:extLst>
                    <a:ext uri="{FF2B5EF4-FFF2-40B4-BE49-F238E27FC236}">
                      <a16:creationId xmlns:a16="http://schemas.microsoft.com/office/drawing/2014/main" id="{00878C68-1CB4-3B27-CE6D-6B73A8533EF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07288" y="2629374"/>
                  <a:ext cx="240835" cy="276999"/>
                </a:xfrm>
                <a:prstGeom prst="rect">
                  <a:avLst/>
                </a:prstGeom>
                <a:blipFill>
                  <a:blip r:embed="rId5"/>
                  <a:stretch>
                    <a:fillRect l="-15385" r="-2564" b="-13043"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0" name="Forma libre: forma 9">
            <a:extLst>
              <a:ext uri="{FF2B5EF4-FFF2-40B4-BE49-F238E27FC236}">
                <a16:creationId xmlns:a16="http://schemas.microsoft.com/office/drawing/2014/main" id="{7E4CDEED-19D6-608A-0CB6-2C37FEE764CB}"/>
              </a:ext>
            </a:extLst>
          </p:cNvPr>
          <p:cNvSpPr/>
          <p:nvPr/>
        </p:nvSpPr>
        <p:spPr>
          <a:xfrm>
            <a:off x="4434839" y="3456432"/>
            <a:ext cx="2816349" cy="1929384"/>
          </a:xfrm>
          <a:custGeom>
            <a:avLst/>
            <a:gdLst>
              <a:gd name="connsiteX0" fmla="*/ 0 w 2505456"/>
              <a:gd name="connsiteY0" fmla="*/ 1929384 h 1929384"/>
              <a:gd name="connsiteX1" fmla="*/ 1527048 w 2505456"/>
              <a:gd name="connsiteY1" fmla="*/ 0 h 1929384"/>
              <a:gd name="connsiteX2" fmla="*/ 2505456 w 2505456"/>
              <a:gd name="connsiteY2" fmla="*/ 1929384 h 1929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05456" h="1929384">
                <a:moveTo>
                  <a:pt x="0" y="1929384"/>
                </a:moveTo>
                <a:cubicBezTo>
                  <a:pt x="554736" y="964692"/>
                  <a:pt x="1109472" y="0"/>
                  <a:pt x="1527048" y="0"/>
                </a:cubicBezTo>
                <a:cubicBezTo>
                  <a:pt x="1944624" y="0"/>
                  <a:pt x="2225040" y="964692"/>
                  <a:pt x="2505456" y="1929384"/>
                </a:cubicBezTo>
              </a:path>
            </a:pathLst>
          </a:custGeom>
          <a:noFill/>
          <a:ln w="28575">
            <a:solidFill>
              <a:srgbClr val="E405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F4BB280F-B593-B20D-3548-28BD0467F534}"/>
                  </a:ext>
                </a:extLst>
              </p:cNvPr>
              <p:cNvSpPr txBox="1"/>
              <p:nvPr/>
            </p:nvSpPr>
            <p:spPr>
              <a:xfrm>
                <a:off x="7181640" y="4761112"/>
                <a:ext cx="916533" cy="572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b="0" i="1" noProof="0" smtClean="0">
                              <a:solidFill>
                                <a:srgbClr val="E4059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BR" b="0" i="1" noProof="0" smtClean="0">
                                  <a:solidFill>
                                    <a:srgbClr val="E4059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 noProof="0" smtClean="0">
                                  <a:solidFill>
                                    <a:srgbClr val="E4059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pt-BR" b="0" i="1" noProof="0" smtClean="0">
                                  <a:solidFill>
                                    <a:srgbClr val="E4059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pt-BR" b="0" i="1" noProof="0" smtClean="0">
                                  <a:solidFill>
                                    <a:srgbClr val="E40590"/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pt-BR" b="0" i="1" noProof="0" smtClean="0">
                                  <a:solidFill>
                                    <a:srgbClr val="E4059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noProof="0" smtClean="0">
                                  <a:solidFill>
                                    <a:srgbClr val="E4059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pt-BR" b="0" i="1" noProof="0" smtClean="0">
                                  <a:solidFill>
                                    <a:srgbClr val="E4059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den>
                      </m:f>
                      <m:r>
                        <a:rPr lang="pt-BR" b="0" i="1" noProof="0" smtClean="0">
                          <a:solidFill>
                            <a:srgbClr val="E40590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pt-BR" noProof="0" dirty="0"/>
              </a:p>
            </p:txBody>
          </p:sp>
        </mc:Choice>
        <mc:Fallback xmlns="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F4BB280F-B593-B20D-3548-28BD0467F5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1640" y="4761112"/>
                <a:ext cx="916533" cy="57272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Conector recto de flecha 22">
            <a:extLst>
              <a:ext uri="{FF2B5EF4-FFF2-40B4-BE49-F238E27FC236}">
                <a16:creationId xmlns:a16="http://schemas.microsoft.com/office/drawing/2014/main" id="{A26734BF-FEC5-2EA8-62E4-D3B59744B935}"/>
              </a:ext>
            </a:extLst>
          </p:cNvPr>
          <p:cNvCxnSpPr>
            <a:cxnSpLocks/>
          </p:cNvCxnSpPr>
          <p:nvPr/>
        </p:nvCxnSpPr>
        <p:spPr>
          <a:xfrm>
            <a:off x="5028796" y="5097800"/>
            <a:ext cx="466977" cy="0"/>
          </a:xfrm>
          <a:prstGeom prst="straightConnector1">
            <a:avLst/>
          </a:prstGeom>
          <a:ln w="28575">
            <a:solidFill>
              <a:srgbClr val="E4059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ector recto de flecha 41">
            <a:extLst>
              <a:ext uri="{FF2B5EF4-FFF2-40B4-BE49-F238E27FC236}">
                <a16:creationId xmlns:a16="http://schemas.microsoft.com/office/drawing/2014/main" id="{704962BC-785E-3EBA-5CEF-36CEF28C14BE}"/>
              </a:ext>
            </a:extLst>
          </p:cNvPr>
          <p:cNvCxnSpPr>
            <a:cxnSpLocks/>
          </p:cNvCxnSpPr>
          <p:nvPr/>
        </p:nvCxnSpPr>
        <p:spPr>
          <a:xfrm>
            <a:off x="6463973" y="4632581"/>
            <a:ext cx="466977" cy="0"/>
          </a:xfrm>
          <a:prstGeom prst="straightConnector1">
            <a:avLst/>
          </a:prstGeom>
          <a:ln w="28575">
            <a:solidFill>
              <a:srgbClr val="E4059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cto de flecha 42">
            <a:extLst>
              <a:ext uri="{FF2B5EF4-FFF2-40B4-BE49-F238E27FC236}">
                <a16:creationId xmlns:a16="http://schemas.microsoft.com/office/drawing/2014/main" id="{4C803CC4-A1C3-9ED2-6865-0025C5995F5F}"/>
              </a:ext>
            </a:extLst>
          </p:cNvPr>
          <p:cNvCxnSpPr>
            <a:cxnSpLocks/>
          </p:cNvCxnSpPr>
          <p:nvPr/>
        </p:nvCxnSpPr>
        <p:spPr>
          <a:xfrm flipH="1">
            <a:off x="4571596" y="3155640"/>
            <a:ext cx="457200" cy="0"/>
          </a:xfrm>
          <a:prstGeom prst="straightConnector1">
            <a:avLst/>
          </a:prstGeom>
          <a:ln w="28575">
            <a:solidFill>
              <a:srgbClr val="E4059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cto de flecha 45">
            <a:extLst>
              <a:ext uri="{FF2B5EF4-FFF2-40B4-BE49-F238E27FC236}">
                <a16:creationId xmlns:a16="http://schemas.microsoft.com/office/drawing/2014/main" id="{79D85A3B-5831-DB54-2029-CD7D50EBC2C5}"/>
              </a:ext>
            </a:extLst>
          </p:cNvPr>
          <p:cNvCxnSpPr>
            <a:cxnSpLocks/>
          </p:cNvCxnSpPr>
          <p:nvPr/>
        </p:nvCxnSpPr>
        <p:spPr>
          <a:xfrm flipH="1">
            <a:off x="6016550" y="2834948"/>
            <a:ext cx="457200" cy="0"/>
          </a:xfrm>
          <a:prstGeom prst="straightConnector1">
            <a:avLst/>
          </a:prstGeom>
          <a:ln w="28575">
            <a:solidFill>
              <a:srgbClr val="E4059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CuadroTexto 50">
                <a:extLst>
                  <a:ext uri="{FF2B5EF4-FFF2-40B4-BE49-F238E27FC236}">
                    <a16:creationId xmlns:a16="http://schemas.microsoft.com/office/drawing/2014/main" id="{920789F6-346B-69E7-B666-5EB52FFDD0C3}"/>
                  </a:ext>
                </a:extLst>
              </p:cNvPr>
              <p:cNvSpPr txBox="1"/>
              <p:nvPr/>
            </p:nvSpPr>
            <p:spPr>
              <a:xfrm>
                <a:off x="5208974" y="4346220"/>
                <a:ext cx="916533" cy="572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b="0" i="1" noProof="0" smtClean="0">
                              <a:solidFill>
                                <a:srgbClr val="E4059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BR" b="0" i="1" noProof="0" smtClean="0">
                                  <a:solidFill>
                                    <a:srgbClr val="E4059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 noProof="0" smtClean="0">
                                  <a:solidFill>
                                    <a:srgbClr val="E4059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pt-BR" b="0" i="1" noProof="0" smtClean="0">
                                  <a:solidFill>
                                    <a:srgbClr val="E4059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pt-BR" b="0" i="1" noProof="0" smtClean="0">
                                  <a:solidFill>
                                    <a:srgbClr val="E40590"/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pt-BR" b="0" i="1" noProof="0" smtClean="0">
                                  <a:solidFill>
                                    <a:srgbClr val="E4059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noProof="0" smtClean="0">
                                  <a:solidFill>
                                    <a:srgbClr val="E4059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pt-BR" b="0" i="1" noProof="0" smtClean="0">
                                  <a:solidFill>
                                    <a:srgbClr val="E4059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den>
                      </m:f>
                      <m:r>
                        <a:rPr lang="pt-BR" b="0" i="1" noProof="0" smtClean="0">
                          <a:solidFill>
                            <a:srgbClr val="E40590"/>
                          </a:solidFill>
                          <a:latin typeface="Cambria Math" panose="02040503050406030204" pitchFamily="18" charset="0"/>
                        </a:rPr>
                        <m:t>&gt;1</m:t>
                      </m:r>
                    </m:oMath>
                  </m:oMathPara>
                </a14:m>
                <a:endParaRPr lang="pt-BR" noProof="0" dirty="0"/>
              </a:p>
            </p:txBody>
          </p:sp>
        </mc:Choice>
        <mc:Fallback xmlns="">
          <p:sp>
            <p:nvSpPr>
              <p:cNvPr id="51" name="CuadroTexto 50">
                <a:extLst>
                  <a:ext uri="{FF2B5EF4-FFF2-40B4-BE49-F238E27FC236}">
                    <a16:creationId xmlns:a16="http://schemas.microsoft.com/office/drawing/2014/main" id="{920789F6-346B-69E7-B666-5EB52FFDD0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8974" y="4346220"/>
                <a:ext cx="916533" cy="57272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CuadroTexto 51">
                <a:extLst>
                  <a:ext uri="{FF2B5EF4-FFF2-40B4-BE49-F238E27FC236}">
                    <a16:creationId xmlns:a16="http://schemas.microsoft.com/office/drawing/2014/main" id="{C70F5864-92AE-58F2-8EFA-67341D94C75E}"/>
                  </a:ext>
                </a:extLst>
              </p:cNvPr>
              <p:cNvSpPr txBox="1"/>
              <p:nvPr/>
            </p:nvSpPr>
            <p:spPr>
              <a:xfrm>
                <a:off x="5173738" y="2733315"/>
                <a:ext cx="916533" cy="572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b="0" i="1" noProof="0" smtClean="0">
                              <a:solidFill>
                                <a:srgbClr val="E4059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BR" b="0" i="1" noProof="0" smtClean="0">
                                  <a:solidFill>
                                    <a:srgbClr val="E4059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 noProof="0" smtClean="0">
                                  <a:solidFill>
                                    <a:srgbClr val="E4059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pt-BR" b="0" i="1" noProof="0" smtClean="0">
                                  <a:solidFill>
                                    <a:srgbClr val="E4059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pt-BR" b="0" i="1" noProof="0" smtClean="0">
                                  <a:solidFill>
                                    <a:srgbClr val="E40590"/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pt-BR" b="0" i="1" noProof="0" smtClean="0">
                                  <a:solidFill>
                                    <a:srgbClr val="E4059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noProof="0" smtClean="0">
                                  <a:solidFill>
                                    <a:srgbClr val="E4059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pt-BR" b="0" i="1" noProof="0" smtClean="0">
                                  <a:solidFill>
                                    <a:srgbClr val="E4059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den>
                      </m:f>
                      <m:r>
                        <a:rPr lang="pt-BR" b="0" i="1" noProof="0" smtClean="0">
                          <a:solidFill>
                            <a:srgbClr val="E40590"/>
                          </a:solidFill>
                          <a:latin typeface="Cambria Math" panose="02040503050406030204" pitchFamily="18" charset="0"/>
                        </a:rPr>
                        <m:t>&lt;1</m:t>
                      </m:r>
                    </m:oMath>
                  </m:oMathPara>
                </a14:m>
                <a:endParaRPr lang="pt-BR" noProof="0" dirty="0"/>
              </a:p>
            </p:txBody>
          </p:sp>
        </mc:Choice>
        <mc:Fallback xmlns="">
          <p:sp>
            <p:nvSpPr>
              <p:cNvPr id="52" name="CuadroTexto 51">
                <a:extLst>
                  <a:ext uri="{FF2B5EF4-FFF2-40B4-BE49-F238E27FC236}">
                    <a16:creationId xmlns:a16="http://schemas.microsoft.com/office/drawing/2014/main" id="{C70F5864-92AE-58F2-8EFA-67341D94C7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3738" y="2733315"/>
                <a:ext cx="916533" cy="57272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5" name="Conector recto 54">
            <a:extLst>
              <a:ext uri="{FF2B5EF4-FFF2-40B4-BE49-F238E27FC236}">
                <a16:creationId xmlns:a16="http://schemas.microsoft.com/office/drawing/2014/main" id="{7DA362C7-7AEE-8398-B241-FB2DD1BE681D}"/>
              </a:ext>
            </a:extLst>
          </p:cNvPr>
          <p:cNvCxnSpPr>
            <a:stCxn id="10" idx="1"/>
          </p:cNvCxnSpPr>
          <p:nvPr/>
        </p:nvCxnSpPr>
        <p:spPr>
          <a:xfrm>
            <a:off x="6151373" y="3456432"/>
            <a:ext cx="19455" cy="1935923"/>
          </a:xfrm>
          <a:prstGeom prst="line">
            <a:avLst/>
          </a:prstGeom>
          <a:ln w="28575">
            <a:solidFill>
              <a:srgbClr val="E4059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CuadroTexto 55">
                <a:extLst>
                  <a:ext uri="{FF2B5EF4-FFF2-40B4-BE49-F238E27FC236}">
                    <a16:creationId xmlns:a16="http://schemas.microsoft.com/office/drawing/2014/main" id="{8CFF4253-7F99-E44A-1DF2-3D4F1863F978}"/>
                  </a:ext>
                </a:extLst>
              </p:cNvPr>
              <p:cNvSpPr txBox="1"/>
              <p:nvPr/>
            </p:nvSpPr>
            <p:spPr>
              <a:xfrm>
                <a:off x="6037170" y="5451375"/>
                <a:ext cx="60157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b="0" i="1" noProof="0" smtClean="0">
                              <a:solidFill>
                                <a:srgbClr val="E4059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b="0" i="1" noProof="0" smtClean="0">
                              <a:solidFill>
                                <a:srgbClr val="E4059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p>
                          <m:r>
                            <a:rPr lang="pt-BR" b="0" i="1" noProof="0" smtClean="0">
                              <a:solidFill>
                                <a:srgbClr val="E40590"/>
                              </a:solidFill>
                              <a:latin typeface="Cambria Math" panose="02040503050406030204" pitchFamily="18" charset="0"/>
                            </a:rPr>
                            <m:t>𝑜𝑢𝑟𝑜</m:t>
                          </m:r>
                        </m:sup>
                      </m:sSup>
                    </m:oMath>
                  </m:oMathPara>
                </a14:m>
                <a:endParaRPr lang="pt-BR" noProof="0" dirty="0"/>
              </a:p>
            </p:txBody>
          </p:sp>
        </mc:Choice>
        <mc:Fallback xmlns="">
          <p:sp>
            <p:nvSpPr>
              <p:cNvPr id="56" name="CuadroTexto 55">
                <a:extLst>
                  <a:ext uri="{FF2B5EF4-FFF2-40B4-BE49-F238E27FC236}">
                    <a16:creationId xmlns:a16="http://schemas.microsoft.com/office/drawing/2014/main" id="{8CFF4253-7F99-E44A-1DF2-3D4F1863F9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7170" y="5451375"/>
                <a:ext cx="601575" cy="276999"/>
              </a:xfrm>
              <a:prstGeom prst="rect">
                <a:avLst/>
              </a:prstGeom>
              <a:blipFill>
                <a:blip r:embed="rId9"/>
                <a:stretch>
                  <a:fillRect l="-9091" b="-6522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CuadroTexto 56">
                <a:extLst>
                  <a:ext uri="{FF2B5EF4-FFF2-40B4-BE49-F238E27FC236}">
                    <a16:creationId xmlns:a16="http://schemas.microsoft.com/office/drawing/2014/main" id="{B8063568-4A9E-7FD0-6D1B-33AAABC6F683}"/>
                  </a:ext>
                </a:extLst>
              </p:cNvPr>
              <p:cNvSpPr txBox="1"/>
              <p:nvPr/>
            </p:nvSpPr>
            <p:spPr>
              <a:xfrm>
                <a:off x="6844242" y="5462817"/>
                <a:ext cx="543034" cy="2882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b="0" i="1" noProof="0" smtClean="0">
                              <a:solidFill>
                                <a:srgbClr val="E4059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b="0" i="1" noProof="0" smtClean="0">
                              <a:solidFill>
                                <a:srgbClr val="E4059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p>
                          <m:r>
                            <a:rPr lang="pt-BR" b="0" i="1" noProof="0" smtClean="0">
                              <a:solidFill>
                                <a:srgbClr val="E4059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pt-BR" b="0" i="1" noProof="0" smtClean="0">
                              <a:solidFill>
                                <a:srgbClr val="E40590"/>
                              </a:solidFill>
                              <a:latin typeface="Cambria Math" panose="02040503050406030204" pitchFamily="18" charset="0"/>
                            </a:rPr>
                            <m:t>á</m:t>
                          </m:r>
                          <m:r>
                            <a:rPr lang="pt-BR" b="0" i="1" noProof="0" smtClean="0">
                              <a:solidFill>
                                <a:srgbClr val="E4059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pt-BR" noProof="0" dirty="0"/>
              </a:p>
            </p:txBody>
          </p:sp>
        </mc:Choice>
        <mc:Fallback xmlns="">
          <p:sp>
            <p:nvSpPr>
              <p:cNvPr id="57" name="CuadroTexto 56">
                <a:extLst>
                  <a:ext uri="{FF2B5EF4-FFF2-40B4-BE49-F238E27FC236}">
                    <a16:creationId xmlns:a16="http://schemas.microsoft.com/office/drawing/2014/main" id="{B8063568-4A9E-7FD0-6D1B-33AAABC6F6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4242" y="5462817"/>
                <a:ext cx="543034" cy="288220"/>
              </a:xfrm>
              <a:prstGeom prst="rect">
                <a:avLst/>
              </a:prstGeom>
              <a:blipFill>
                <a:blip r:embed="rId10"/>
                <a:stretch>
                  <a:fillRect l="-10112" t="-2128" r="-3371" b="-8511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907572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8" grpId="0"/>
      <p:bldP spid="51" grpId="0"/>
      <p:bldP spid="52" grpId="0"/>
      <p:bldP spid="56" grpId="0"/>
      <p:bldP spid="57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3C580B-3E8E-977F-ED65-7F79515F39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89">
            <a:extLst>
              <a:ext uri="{FF2B5EF4-FFF2-40B4-BE49-F238E27FC236}">
                <a16:creationId xmlns:a16="http://schemas.microsoft.com/office/drawing/2014/main" id="{0FD6BF62-3AFE-CCEB-395B-63D24B894D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8336" y="6350242"/>
            <a:ext cx="780356" cy="365792"/>
          </a:xfrm>
          <a:prstGeom prst="rect">
            <a:avLst/>
          </a:prstGeom>
        </p:spPr>
      </p:pic>
      <p:sp>
        <p:nvSpPr>
          <p:cNvPr id="7" name="Rectángulo 5">
            <a:extLst>
              <a:ext uri="{FF2B5EF4-FFF2-40B4-BE49-F238E27FC236}">
                <a16:creationId xmlns:a16="http://schemas.microsoft.com/office/drawing/2014/main" id="{DBC57F57-8632-AC85-9A10-67FFC8298DBC}"/>
              </a:ext>
            </a:extLst>
          </p:cNvPr>
          <p:cNvSpPr/>
          <p:nvPr/>
        </p:nvSpPr>
        <p:spPr>
          <a:xfrm>
            <a:off x="346933" y="144104"/>
            <a:ext cx="55001" cy="42401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2" name="Grupo 83">
            <a:extLst>
              <a:ext uri="{FF2B5EF4-FFF2-40B4-BE49-F238E27FC236}">
                <a16:creationId xmlns:a16="http://schemas.microsoft.com/office/drawing/2014/main" id="{0536E317-9963-155C-BCCA-2B8303C83E17}"/>
              </a:ext>
            </a:extLst>
          </p:cNvPr>
          <p:cNvGrpSpPr/>
          <p:nvPr/>
        </p:nvGrpSpPr>
        <p:grpSpPr>
          <a:xfrm>
            <a:off x="0" y="6457233"/>
            <a:ext cx="401934" cy="326337"/>
            <a:chOff x="0" y="6457233"/>
            <a:chExt cx="401934" cy="326337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13" name="Rectángulo redondeado 1">
              <a:extLst>
                <a:ext uri="{FF2B5EF4-FFF2-40B4-BE49-F238E27FC236}">
                  <a16:creationId xmlns:a16="http://schemas.microsoft.com/office/drawing/2014/main" id="{57C90E6C-0DFE-020F-2317-A4BB6F2672DA}"/>
                </a:ext>
              </a:extLst>
            </p:cNvPr>
            <p:cNvSpPr/>
            <p:nvPr/>
          </p:nvSpPr>
          <p:spPr>
            <a:xfrm>
              <a:off x="0" y="6457233"/>
              <a:ext cx="401934" cy="326337"/>
            </a:xfrm>
            <a:prstGeom prst="flowChartDelay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CuadroTexto 85">
              <a:extLst>
                <a:ext uri="{FF2B5EF4-FFF2-40B4-BE49-F238E27FC236}">
                  <a16:creationId xmlns:a16="http://schemas.microsoft.com/office/drawing/2014/main" id="{480E60A3-7370-46D1-F20B-486AC872FF49}"/>
                </a:ext>
              </a:extLst>
            </p:cNvPr>
            <p:cNvSpPr txBox="1"/>
            <p:nvPr/>
          </p:nvSpPr>
          <p:spPr>
            <a:xfrm>
              <a:off x="15073" y="6489596"/>
              <a:ext cx="263223" cy="2616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ok" panose="02000604040000020004" pitchFamily="50" charset="0"/>
                  <a:ea typeface="+mn-ea"/>
                  <a:cs typeface="+mn-cs"/>
                </a:rPr>
                <a:t>6</a:t>
              </a:r>
            </a:p>
          </p:txBody>
        </p:sp>
      </p:grpSp>
      <p:sp>
        <p:nvSpPr>
          <p:cNvPr id="22" name="Título 1">
            <a:extLst>
              <a:ext uri="{FF2B5EF4-FFF2-40B4-BE49-F238E27FC236}">
                <a16:creationId xmlns:a16="http://schemas.microsoft.com/office/drawing/2014/main" id="{440AD9C4-55D9-7FA9-B817-A748A428B786}"/>
              </a:ext>
            </a:extLst>
          </p:cNvPr>
          <p:cNvSpPr txBox="1">
            <a:spLocks/>
          </p:cNvSpPr>
          <p:nvPr/>
        </p:nvSpPr>
        <p:spPr bwMode="auto">
          <a:xfrm>
            <a:off x="1494989" y="539166"/>
            <a:ext cx="9190565" cy="859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21920" tIns="60960" rIns="121920" bIns="60960" numCol="1" anchor="ctr" anchorCtr="0" compatLnSpc="1">
            <a:prstTxWarp prst="textNoShape">
              <a:avLst/>
            </a:prstTxWarp>
          </a:bodyPr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pt-BR" sz="2400" b="1" noProof="0" dirty="0">
                <a:solidFill>
                  <a:schemeClr val="accent1">
                    <a:lumMod val="75000"/>
                  </a:schemeClr>
                </a:solidFill>
                <a:latin typeface="Gotham Black" panose="02000604040000020004" pitchFamily="50" charset="0"/>
              </a:rPr>
              <a:t>Caracterização da solução do modelo</a:t>
            </a:r>
          </a:p>
          <a:p>
            <a:pPr defTabSz="914377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pt-BR" sz="3000" b="1" noProof="0" dirty="0">
              <a:solidFill>
                <a:schemeClr val="accent1">
                  <a:lumMod val="75000"/>
                </a:schemeClr>
              </a:solidFill>
              <a:latin typeface="Gotham Black" panose="02000604040000020004" pitchFamily="50" charset="0"/>
            </a:endParaRPr>
          </a:p>
        </p:txBody>
      </p:sp>
      <p:sp>
        <p:nvSpPr>
          <p:cNvPr id="27" name="Marcador de contenido 2">
            <a:extLst>
              <a:ext uri="{FF2B5EF4-FFF2-40B4-BE49-F238E27FC236}">
                <a16:creationId xmlns:a16="http://schemas.microsoft.com/office/drawing/2014/main" id="{2D8D8B59-B47B-4A49-7471-600050E23559}"/>
              </a:ext>
            </a:extLst>
          </p:cNvPr>
          <p:cNvSpPr txBox="1">
            <a:spLocks/>
          </p:cNvSpPr>
          <p:nvPr/>
        </p:nvSpPr>
        <p:spPr>
          <a:xfrm>
            <a:off x="1033320" y="1210100"/>
            <a:ext cx="10275016" cy="5108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114300" indent="0"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  <a:buNone/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r>
              <a:rPr lang="pt-BR" sz="16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Gotham Book" panose="02000604030000020004" pitchFamily="2" charset="0"/>
              </a:rPr>
              <a:t>Estado estacionário. Retirado de Medellín e Zuleta (2017).</a:t>
            </a:r>
          </a:p>
          <a:p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pPr marL="114300" indent="0" algn="ctr">
              <a:buNone/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pPr marL="114300" indent="0">
              <a:buNone/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pPr marL="114300" indent="0">
              <a:buNone/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pPr marL="114300" indent="0">
              <a:buNone/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pPr marL="114300" indent="0">
              <a:buNone/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pPr marL="114300" indent="0"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  <a:buNone/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pPr marL="114300" indent="0"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  <a:buNone/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pPr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pPr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pPr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pPr marL="114300" indent="0"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  <a:buNone/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B3F0236F-7FD7-25DB-1300-37BCB8679BA4}"/>
              </a:ext>
            </a:extLst>
          </p:cNvPr>
          <p:cNvSpPr txBox="1"/>
          <p:nvPr/>
        </p:nvSpPr>
        <p:spPr>
          <a:xfrm>
            <a:off x="401933" y="168881"/>
            <a:ext cx="2901706" cy="2333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ts val="1100"/>
              </a:lnSpc>
              <a:defRPr/>
            </a:pPr>
            <a:r>
              <a:rPr lang="pt-BR" sz="1000" noProof="0" dirty="0">
                <a:solidFill>
                  <a:srgbClr val="4D4D4D"/>
                </a:solidFill>
                <a:latin typeface="Gotham Light" pitchFamily="50" charset="0"/>
                <a:cs typeface="Gotham Black" pitchFamily="50" charset="0"/>
              </a:rPr>
              <a:t>Solução</a:t>
            </a:r>
            <a:endParaRPr kumimoji="0" lang="pt-BR" sz="1000" b="1" i="0" u="none" strike="noStrike" kern="1200" cap="none" spc="0" normalizeH="0" baseline="0" noProof="0" dirty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Gotham Light" pitchFamily="50" charset="0"/>
              <a:ea typeface="+mn-ea"/>
              <a:cs typeface="Gotham Black" pitchFamily="50" charset="0"/>
            </a:endParaRPr>
          </a:p>
        </p:txBody>
      </p:sp>
      <p:sp>
        <p:nvSpPr>
          <p:cNvPr id="15" name="Slide Number Placeholder 13">
            <a:extLst>
              <a:ext uri="{FF2B5EF4-FFF2-40B4-BE49-F238E27FC236}">
                <a16:creationId xmlns:a16="http://schemas.microsoft.com/office/drawing/2014/main" id="{C5BCC55D-D9D5-4001-017D-D57C99C66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80550" y="6507601"/>
            <a:ext cx="401933" cy="208433"/>
          </a:xfrm>
          <a:solidFill>
            <a:srgbClr val="B4C7E7"/>
          </a:solidFill>
        </p:spPr>
        <p:txBody>
          <a:bodyPr/>
          <a:lstStyle/>
          <a:p>
            <a:pPr algn="ctr"/>
            <a:fld id="{EE745C5F-8F31-4318-ABF5-660B737895AE}" type="slidenum">
              <a:rPr lang="pt-BR" sz="1000" noProof="0" smtClean="0">
                <a:solidFill>
                  <a:schemeClr val="bg1"/>
                </a:solidFill>
                <a:latin typeface="Gotham Book" panose="02000604040000020004" pitchFamily="50" charset="0"/>
              </a:rPr>
              <a:pPr algn="ctr"/>
              <a:t>22</a:t>
            </a:fld>
            <a:endParaRPr lang="pt-BR" sz="1000" noProof="0" dirty="0">
              <a:solidFill>
                <a:schemeClr val="bg1"/>
              </a:solidFill>
              <a:latin typeface="Gotham Book" panose="02000604040000020004" pitchFamily="50" charset="0"/>
            </a:endParaRPr>
          </a:p>
        </p:txBody>
      </p:sp>
      <p:grpSp>
        <p:nvGrpSpPr>
          <p:cNvPr id="35" name="Grupo 34">
            <a:extLst>
              <a:ext uri="{FF2B5EF4-FFF2-40B4-BE49-F238E27FC236}">
                <a16:creationId xmlns:a16="http://schemas.microsoft.com/office/drawing/2014/main" id="{F7D08890-163B-2B61-6F6A-9865839FE251}"/>
              </a:ext>
            </a:extLst>
          </p:cNvPr>
          <p:cNvGrpSpPr/>
          <p:nvPr/>
        </p:nvGrpSpPr>
        <p:grpSpPr>
          <a:xfrm>
            <a:off x="4107288" y="2629374"/>
            <a:ext cx="3571348" cy="3157025"/>
            <a:chOff x="4107288" y="2629374"/>
            <a:chExt cx="3571348" cy="3157025"/>
          </a:xfrm>
        </p:grpSpPr>
        <p:cxnSp>
          <p:nvCxnSpPr>
            <p:cNvPr id="24" name="Conector recto 23">
              <a:extLst>
                <a:ext uri="{FF2B5EF4-FFF2-40B4-BE49-F238E27FC236}">
                  <a16:creationId xmlns:a16="http://schemas.microsoft.com/office/drawing/2014/main" id="{C15B7E6A-90D6-C29C-E4F5-EA8B9975FF9E}"/>
                </a:ext>
              </a:extLst>
            </p:cNvPr>
            <p:cNvCxnSpPr>
              <a:cxnSpLocks/>
            </p:cNvCxnSpPr>
            <p:nvPr/>
          </p:nvCxnSpPr>
          <p:spPr>
            <a:xfrm>
              <a:off x="4439639" y="2645972"/>
              <a:ext cx="0" cy="2746383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Conector recto 24">
              <a:extLst>
                <a:ext uri="{FF2B5EF4-FFF2-40B4-BE49-F238E27FC236}">
                  <a16:creationId xmlns:a16="http://schemas.microsoft.com/office/drawing/2014/main" id="{2DA9BAF6-AAFC-B89E-CFF0-229432B7C49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39639" y="5392355"/>
              <a:ext cx="3105339" cy="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CuadroTexto 31">
                  <a:extLst>
                    <a:ext uri="{FF2B5EF4-FFF2-40B4-BE49-F238E27FC236}">
                      <a16:creationId xmlns:a16="http://schemas.microsoft.com/office/drawing/2014/main" id="{A369353C-99C7-BD92-1384-FD3044D0E5BA}"/>
                    </a:ext>
                  </a:extLst>
                </p:cNvPr>
                <p:cNvSpPr txBox="1"/>
                <p:nvPr/>
              </p:nvSpPr>
              <p:spPr>
                <a:xfrm>
                  <a:off x="7411320" y="5509400"/>
                  <a:ext cx="26731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b="0" i="1" noProof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noProof="0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pt-BR" b="0" i="1" noProof="0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pt-BR" noProof="0" dirty="0"/>
                </a:p>
              </p:txBody>
            </p:sp>
          </mc:Choice>
          <mc:Fallback xmlns="">
            <p:sp>
              <p:nvSpPr>
                <p:cNvPr id="32" name="CuadroTexto 31">
                  <a:extLst>
                    <a:ext uri="{FF2B5EF4-FFF2-40B4-BE49-F238E27FC236}">
                      <a16:creationId xmlns:a16="http://schemas.microsoft.com/office/drawing/2014/main" id="{A369353C-99C7-BD92-1384-FD3044D0E5B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11320" y="5509400"/>
                  <a:ext cx="267316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22727" r="-2273" b="-13333"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CuadroTexto 32">
                  <a:extLst>
                    <a:ext uri="{FF2B5EF4-FFF2-40B4-BE49-F238E27FC236}">
                      <a16:creationId xmlns:a16="http://schemas.microsoft.com/office/drawing/2014/main" id="{AD56A183-58AD-1DDD-34F0-ED7E88235B40}"/>
                    </a:ext>
                  </a:extLst>
                </p:cNvPr>
                <p:cNvSpPr txBox="1"/>
                <p:nvPr/>
              </p:nvSpPr>
              <p:spPr>
                <a:xfrm>
                  <a:off x="4107288" y="2629374"/>
                  <a:ext cx="240835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b="0" i="1" noProof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noProof="0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pt-BR" b="0" i="1" noProof="0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pt-BR" noProof="0" dirty="0"/>
                </a:p>
              </p:txBody>
            </p:sp>
          </mc:Choice>
          <mc:Fallback xmlns="">
            <p:sp>
              <p:nvSpPr>
                <p:cNvPr id="33" name="CuadroTexto 32">
                  <a:extLst>
                    <a:ext uri="{FF2B5EF4-FFF2-40B4-BE49-F238E27FC236}">
                      <a16:creationId xmlns:a16="http://schemas.microsoft.com/office/drawing/2014/main" id="{AD56A183-58AD-1DDD-34F0-ED7E88235B4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07288" y="2629374"/>
                  <a:ext cx="240835" cy="276999"/>
                </a:xfrm>
                <a:prstGeom prst="rect">
                  <a:avLst/>
                </a:prstGeom>
                <a:blipFill>
                  <a:blip r:embed="rId5"/>
                  <a:stretch>
                    <a:fillRect l="-15385" r="-2564" b="-13043"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CDC786B4-4DE1-DCC6-AE11-28A2887C232F}"/>
              </a:ext>
            </a:extLst>
          </p:cNvPr>
          <p:cNvCxnSpPr>
            <a:cxnSpLocks/>
          </p:cNvCxnSpPr>
          <p:nvPr/>
        </p:nvCxnSpPr>
        <p:spPr>
          <a:xfrm>
            <a:off x="5908775" y="2661212"/>
            <a:ext cx="0" cy="2746383"/>
          </a:xfrm>
          <a:prstGeom prst="line">
            <a:avLst/>
          </a:prstGeom>
          <a:ln w="28575" cap="flat" cmpd="sng" algn="ctr">
            <a:solidFill>
              <a:srgbClr val="009999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58C14A19-B23D-7A5F-EB7D-BF8CFB6325EF}"/>
                  </a:ext>
                </a:extLst>
              </p:cNvPr>
              <p:cNvSpPr txBox="1"/>
              <p:nvPr/>
            </p:nvSpPr>
            <p:spPr>
              <a:xfrm>
                <a:off x="5452752" y="2019216"/>
                <a:ext cx="912045" cy="5249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i="1" noProof="0" smtClean="0">
                              <a:solidFill>
                                <a:srgbClr val="009999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BR" i="1" noProof="0" smtClean="0">
                                  <a:solidFill>
                                    <a:srgbClr val="009999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noProof="0" smtClean="0">
                                  <a:solidFill>
                                    <a:srgbClr val="009999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pt-BR" b="0" i="1" noProof="0" smtClean="0">
                                  <a:solidFill>
                                    <a:srgbClr val="009999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pt-BR" b="0" i="1" noProof="0" smtClean="0">
                                  <a:solidFill>
                                    <a:srgbClr val="009999"/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pt-BR" i="1" noProof="0" smtClean="0">
                                  <a:solidFill>
                                    <a:srgbClr val="009999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noProof="0" smtClean="0">
                                  <a:solidFill>
                                    <a:srgbClr val="009999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pt-BR" b="0" i="1" noProof="0" smtClean="0">
                                  <a:solidFill>
                                    <a:srgbClr val="009999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den>
                      </m:f>
                      <m:r>
                        <a:rPr lang="pt-BR" b="0" i="1" noProof="0" smtClean="0">
                          <a:solidFill>
                            <a:srgbClr val="009999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pt-BR" noProof="0" dirty="0"/>
              </a:p>
            </p:txBody>
          </p:sp>
        </mc:Choice>
        <mc:Fallback xmlns="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58C14A19-B23D-7A5F-EB7D-BF8CFB6325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2752" y="2019216"/>
                <a:ext cx="912045" cy="52495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A2D7C178-9A57-03AA-1287-076D7712B538}"/>
              </a:ext>
            </a:extLst>
          </p:cNvPr>
          <p:cNvCxnSpPr>
            <a:cxnSpLocks/>
          </p:cNvCxnSpPr>
          <p:nvPr/>
        </p:nvCxnSpPr>
        <p:spPr>
          <a:xfrm flipV="1">
            <a:off x="5035094" y="2618601"/>
            <a:ext cx="0" cy="550380"/>
          </a:xfrm>
          <a:prstGeom prst="straightConnector1">
            <a:avLst/>
          </a:prstGeom>
          <a:ln w="28575">
            <a:solidFill>
              <a:srgbClr val="00999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de flecha 27">
            <a:extLst>
              <a:ext uri="{FF2B5EF4-FFF2-40B4-BE49-F238E27FC236}">
                <a16:creationId xmlns:a16="http://schemas.microsoft.com/office/drawing/2014/main" id="{3DFBE38C-55F4-D835-71EA-1FA1FFF4587C}"/>
              </a:ext>
            </a:extLst>
          </p:cNvPr>
          <p:cNvCxnSpPr/>
          <p:nvPr/>
        </p:nvCxnSpPr>
        <p:spPr>
          <a:xfrm>
            <a:off x="6473750" y="4636393"/>
            <a:ext cx="0" cy="543693"/>
          </a:xfrm>
          <a:prstGeom prst="straightConnector1">
            <a:avLst/>
          </a:prstGeom>
          <a:ln w="28575">
            <a:solidFill>
              <a:srgbClr val="00999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5B644479-B848-2845-DEF0-91B14606EEA8}"/>
              </a:ext>
            </a:extLst>
          </p:cNvPr>
          <p:cNvCxnSpPr/>
          <p:nvPr/>
        </p:nvCxnSpPr>
        <p:spPr>
          <a:xfrm>
            <a:off x="6473750" y="2834948"/>
            <a:ext cx="0" cy="543693"/>
          </a:xfrm>
          <a:prstGeom prst="straightConnector1">
            <a:avLst/>
          </a:prstGeom>
          <a:ln w="28575">
            <a:solidFill>
              <a:srgbClr val="00999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Forma libre: forma 1">
            <a:extLst>
              <a:ext uri="{FF2B5EF4-FFF2-40B4-BE49-F238E27FC236}">
                <a16:creationId xmlns:a16="http://schemas.microsoft.com/office/drawing/2014/main" id="{B3CCFBF2-596F-E350-8A1B-D0A72C283ECB}"/>
              </a:ext>
            </a:extLst>
          </p:cNvPr>
          <p:cNvSpPr/>
          <p:nvPr/>
        </p:nvSpPr>
        <p:spPr>
          <a:xfrm>
            <a:off x="4434839" y="3456432"/>
            <a:ext cx="2816349" cy="1929384"/>
          </a:xfrm>
          <a:custGeom>
            <a:avLst/>
            <a:gdLst>
              <a:gd name="connsiteX0" fmla="*/ 0 w 2505456"/>
              <a:gd name="connsiteY0" fmla="*/ 1929384 h 1929384"/>
              <a:gd name="connsiteX1" fmla="*/ 1527048 w 2505456"/>
              <a:gd name="connsiteY1" fmla="*/ 0 h 1929384"/>
              <a:gd name="connsiteX2" fmla="*/ 2505456 w 2505456"/>
              <a:gd name="connsiteY2" fmla="*/ 1929384 h 1929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05456" h="1929384">
                <a:moveTo>
                  <a:pt x="0" y="1929384"/>
                </a:moveTo>
                <a:cubicBezTo>
                  <a:pt x="554736" y="964692"/>
                  <a:pt x="1109472" y="0"/>
                  <a:pt x="1527048" y="0"/>
                </a:cubicBezTo>
                <a:cubicBezTo>
                  <a:pt x="1944624" y="0"/>
                  <a:pt x="2225040" y="964692"/>
                  <a:pt x="2505456" y="1929384"/>
                </a:cubicBezTo>
              </a:path>
            </a:pathLst>
          </a:custGeom>
          <a:noFill/>
          <a:ln w="28575">
            <a:solidFill>
              <a:srgbClr val="E405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0C29A66E-6275-6B0F-21E1-49309C529466}"/>
                  </a:ext>
                </a:extLst>
              </p:cNvPr>
              <p:cNvSpPr txBox="1"/>
              <p:nvPr/>
            </p:nvSpPr>
            <p:spPr>
              <a:xfrm>
                <a:off x="7181640" y="4761112"/>
                <a:ext cx="916533" cy="572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b="0" i="1" noProof="0" smtClean="0">
                              <a:solidFill>
                                <a:srgbClr val="E4059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BR" b="0" i="1" noProof="0" smtClean="0">
                                  <a:solidFill>
                                    <a:srgbClr val="E4059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 noProof="0" smtClean="0">
                                  <a:solidFill>
                                    <a:srgbClr val="E4059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pt-BR" b="0" i="1" noProof="0" smtClean="0">
                                  <a:solidFill>
                                    <a:srgbClr val="E4059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pt-BR" b="0" i="1" noProof="0" smtClean="0">
                                  <a:solidFill>
                                    <a:srgbClr val="E40590"/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pt-BR" b="0" i="1" noProof="0" smtClean="0">
                                  <a:solidFill>
                                    <a:srgbClr val="E4059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noProof="0" smtClean="0">
                                  <a:solidFill>
                                    <a:srgbClr val="E4059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pt-BR" b="0" i="1" noProof="0" smtClean="0">
                                  <a:solidFill>
                                    <a:srgbClr val="E4059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den>
                      </m:f>
                      <m:r>
                        <a:rPr lang="pt-BR" b="0" i="1" noProof="0" smtClean="0">
                          <a:solidFill>
                            <a:srgbClr val="E40590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pt-BR" noProof="0" dirty="0"/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0C29A66E-6275-6B0F-21E1-49309C5294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1640" y="4761112"/>
                <a:ext cx="916533" cy="57272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4A987572-3FE2-E2B4-8BA2-82D12269672C}"/>
              </a:ext>
            </a:extLst>
          </p:cNvPr>
          <p:cNvCxnSpPr>
            <a:cxnSpLocks/>
          </p:cNvCxnSpPr>
          <p:nvPr/>
        </p:nvCxnSpPr>
        <p:spPr>
          <a:xfrm>
            <a:off x="6463973" y="4632581"/>
            <a:ext cx="466977" cy="0"/>
          </a:xfrm>
          <a:prstGeom prst="straightConnector1">
            <a:avLst/>
          </a:prstGeom>
          <a:ln w="28575">
            <a:solidFill>
              <a:srgbClr val="E4059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B06DCBAD-1391-126A-F18D-502C0D4A391F}"/>
              </a:ext>
            </a:extLst>
          </p:cNvPr>
          <p:cNvCxnSpPr>
            <a:cxnSpLocks/>
          </p:cNvCxnSpPr>
          <p:nvPr/>
        </p:nvCxnSpPr>
        <p:spPr>
          <a:xfrm flipH="1">
            <a:off x="4571596" y="3155640"/>
            <a:ext cx="457200" cy="0"/>
          </a:xfrm>
          <a:prstGeom prst="straightConnector1">
            <a:avLst/>
          </a:prstGeom>
          <a:ln w="28575">
            <a:solidFill>
              <a:srgbClr val="E4059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A615D97E-357F-F885-B0C8-1228B7DAA3C3}"/>
              </a:ext>
            </a:extLst>
          </p:cNvPr>
          <p:cNvCxnSpPr>
            <a:cxnSpLocks/>
          </p:cNvCxnSpPr>
          <p:nvPr/>
        </p:nvCxnSpPr>
        <p:spPr>
          <a:xfrm flipH="1">
            <a:off x="6016550" y="2834948"/>
            <a:ext cx="457200" cy="0"/>
          </a:xfrm>
          <a:prstGeom prst="straightConnector1">
            <a:avLst/>
          </a:prstGeom>
          <a:ln w="28575">
            <a:solidFill>
              <a:srgbClr val="E4059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137B2C56-B0CF-7452-4B26-16325B93E474}"/>
              </a:ext>
            </a:extLst>
          </p:cNvPr>
          <p:cNvCxnSpPr>
            <a:cxnSpLocks/>
          </p:cNvCxnSpPr>
          <p:nvPr/>
        </p:nvCxnSpPr>
        <p:spPr>
          <a:xfrm flipV="1">
            <a:off x="5035094" y="4560745"/>
            <a:ext cx="0" cy="550380"/>
          </a:xfrm>
          <a:prstGeom prst="straightConnector1">
            <a:avLst/>
          </a:prstGeom>
          <a:ln w="28575">
            <a:solidFill>
              <a:srgbClr val="00999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de flecha 22">
            <a:extLst>
              <a:ext uri="{FF2B5EF4-FFF2-40B4-BE49-F238E27FC236}">
                <a16:creationId xmlns:a16="http://schemas.microsoft.com/office/drawing/2014/main" id="{A4890275-86F1-AD9F-5E6C-40AA45284A98}"/>
              </a:ext>
            </a:extLst>
          </p:cNvPr>
          <p:cNvCxnSpPr>
            <a:cxnSpLocks/>
          </p:cNvCxnSpPr>
          <p:nvPr/>
        </p:nvCxnSpPr>
        <p:spPr>
          <a:xfrm>
            <a:off x="5028796" y="5097800"/>
            <a:ext cx="466977" cy="0"/>
          </a:xfrm>
          <a:prstGeom prst="straightConnector1">
            <a:avLst/>
          </a:prstGeom>
          <a:ln w="28575">
            <a:solidFill>
              <a:srgbClr val="E4059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cto 29">
            <a:extLst>
              <a:ext uri="{FF2B5EF4-FFF2-40B4-BE49-F238E27FC236}">
                <a16:creationId xmlns:a16="http://schemas.microsoft.com/office/drawing/2014/main" id="{C1620FD8-1FDA-BB90-C60D-E38CF286909D}"/>
              </a:ext>
            </a:extLst>
          </p:cNvPr>
          <p:cNvCxnSpPr/>
          <p:nvPr/>
        </p:nvCxnSpPr>
        <p:spPr>
          <a:xfrm>
            <a:off x="6151373" y="3456432"/>
            <a:ext cx="19455" cy="1935923"/>
          </a:xfrm>
          <a:prstGeom prst="line">
            <a:avLst/>
          </a:prstGeom>
          <a:ln w="28575">
            <a:solidFill>
              <a:srgbClr val="E4059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CuadroTexto 30">
                <a:extLst>
                  <a:ext uri="{FF2B5EF4-FFF2-40B4-BE49-F238E27FC236}">
                    <a16:creationId xmlns:a16="http://schemas.microsoft.com/office/drawing/2014/main" id="{81E914E7-25DC-02F5-A92E-2AFB105AB089}"/>
                  </a:ext>
                </a:extLst>
              </p:cNvPr>
              <p:cNvSpPr txBox="1"/>
              <p:nvPr/>
            </p:nvSpPr>
            <p:spPr>
              <a:xfrm>
                <a:off x="6037170" y="5451375"/>
                <a:ext cx="60157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b="0" i="1" noProof="0" smtClean="0">
                              <a:solidFill>
                                <a:srgbClr val="E4059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b="0" i="1" noProof="0" smtClean="0">
                              <a:solidFill>
                                <a:srgbClr val="E4059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p>
                          <m:r>
                            <a:rPr lang="pt-BR" b="0" i="1" noProof="0" smtClean="0">
                              <a:solidFill>
                                <a:srgbClr val="E40590"/>
                              </a:solidFill>
                              <a:latin typeface="Cambria Math" panose="02040503050406030204" pitchFamily="18" charset="0"/>
                            </a:rPr>
                            <m:t>𝑜𝑢𝑟𝑜</m:t>
                          </m:r>
                        </m:sup>
                      </m:sSup>
                    </m:oMath>
                  </m:oMathPara>
                </a14:m>
                <a:endParaRPr lang="pt-BR" noProof="0" dirty="0"/>
              </a:p>
            </p:txBody>
          </p:sp>
        </mc:Choice>
        <mc:Fallback xmlns="">
          <p:sp>
            <p:nvSpPr>
              <p:cNvPr id="31" name="CuadroTexto 30">
                <a:extLst>
                  <a:ext uri="{FF2B5EF4-FFF2-40B4-BE49-F238E27FC236}">
                    <a16:creationId xmlns:a16="http://schemas.microsoft.com/office/drawing/2014/main" id="{81E914E7-25DC-02F5-A92E-2AFB105AB0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7170" y="5451375"/>
                <a:ext cx="601575" cy="276999"/>
              </a:xfrm>
              <a:prstGeom prst="rect">
                <a:avLst/>
              </a:prstGeom>
              <a:blipFill>
                <a:blip r:embed="rId8"/>
                <a:stretch>
                  <a:fillRect l="-9091" b="-6522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CuadroTexto 33">
                <a:extLst>
                  <a:ext uri="{FF2B5EF4-FFF2-40B4-BE49-F238E27FC236}">
                    <a16:creationId xmlns:a16="http://schemas.microsoft.com/office/drawing/2014/main" id="{F4D7E097-6CAC-C603-E968-76A74A08FE08}"/>
                  </a:ext>
                </a:extLst>
              </p:cNvPr>
              <p:cNvSpPr txBox="1"/>
              <p:nvPr/>
            </p:nvSpPr>
            <p:spPr>
              <a:xfrm>
                <a:off x="6844242" y="5462817"/>
                <a:ext cx="543034" cy="2882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b="0" i="1" noProof="0" smtClean="0">
                              <a:solidFill>
                                <a:srgbClr val="E4059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b="0" i="1" noProof="0" smtClean="0">
                              <a:solidFill>
                                <a:srgbClr val="E4059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p>
                          <m:r>
                            <a:rPr lang="pt-BR" b="0" i="1" noProof="0" smtClean="0">
                              <a:solidFill>
                                <a:srgbClr val="E4059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pt-BR" b="0" i="1" noProof="0" smtClean="0">
                              <a:solidFill>
                                <a:srgbClr val="E40590"/>
                              </a:solidFill>
                              <a:latin typeface="Cambria Math" panose="02040503050406030204" pitchFamily="18" charset="0"/>
                            </a:rPr>
                            <m:t>á</m:t>
                          </m:r>
                          <m:r>
                            <a:rPr lang="pt-BR" b="0" i="1" noProof="0" smtClean="0">
                              <a:solidFill>
                                <a:srgbClr val="E4059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pt-BR" noProof="0" dirty="0"/>
              </a:p>
            </p:txBody>
          </p:sp>
        </mc:Choice>
        <mc:Fallback xmlns="">
          <p:sp>
            <p:nvSpPr>
              <p:cNvPr id="34" name="CuadroTexto 33">
                <a:extLst>
                  <a:ext uri="{FF2B5EF4-FFF2-40B4-BE49-F238E27FC236}">
                    <a16:creationId xmlns:a16="http://schemas.microsoft.com/office/drawing/2014/main" id="{F4D7E097-6CAC-C603-E968-76A74A08FE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4242" y="5462817"/>
                <a:ext cx="543034" cy="288220"/>
              </a:xfrm>
              <a:prstGeom prst="rect">
                <a:avLst/>
              </a:prstGeom>
              <a:blipFill>
                <a:blip r:embed="rId9"/>
                <a:stretch>
                  <a:fillRect l="-10112" t="-2128" r="-3371" b="-8511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CuadroTexto 35">
                <a:extLst>
                  <a:ext uri="{FF2B5EF4-FFF2-40B4-BE49-F238E27FC236}">
                    <a16:creationId xmlns:a16="http://schemas.microsoft.com/office/drawing/2014/main" id="{6E6FC8D8-3146-8279-A417-BD2AB7C43A38}"/>
                  </a:ext>
                </a:extLst>
              </p:cNvPr>
              <p:cNvSpPr txBox="1"/>
              <p:nvPr/>
            </p:nvSpPr>
            <p:spPr>
              <a:xfrm>
                <a:off x="5770669" y="5451375"/>
                <a:ext cx="28206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b="0" i="1" noProof="0" smtClean="0">
                              <a:solidFill>
                                <a:srgbClr val="009999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b="0" i="1" noProof="0" smtClean="0">
                              <a:solidFill>
                                <a:srgbClr val="009999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p>
                          <m:r>
                            <a:rPr lang="pt-BR" b="0" i="1" noProof="0" smtClean="0">
                              <a:solidFill>
                                <a:srgbClr val="009999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pt-BR" noProof="0" dirty="0"/>
              </a:p>
            </p:txBody>
          </p:sp>
        </mc:Choice>
        <mc:Fallback xmlns="">
          <p:sp>
            <p:nvSpPr>
              <p:cNvPr id="36" name="CuadroTexto 35">
                <a:extLst>
                  <a:ext uri="{FF2B5EF4-FFF2-40B4-BE49-F238E27FC236}">
                    <a16:creationId xmlns:a16="http://schemas.microsoft.com/office/drawing/2014/main" id="{6E6FC8D8-3146-8279-A417-BD2AB7C43A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0669" y="5451375"/>
                <a:ext cx="282064" cy="276999"/>
              </a:xfrm>
              <a:prstGeom prst="rect">
                <a:avLst/>
              </a:prstGeom>
              <a:blipFill>
                <a:blip r:embed="rId10"/>
                <a:stretch>
                  <a:fillRect l="-21739" r="-2174" b="-6522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890122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2" grpId="0" animBg="1"/>
      <p:bldP spid="3" grpId="0"/>
      <p:bldP spid="31" grpId="0"/>
      <p:bldP spid="34" grpId="0"/>
      <p:bldP spid="3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08A146-F83C-33ED-B3E1-181CA517D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89">
            <a:extLst>
              <a:ext uri="{FF2B5EF4-FFF2-40B4-BE49-F238E27FC236}">
                <a16:creationId xmlns:a16="http://schemas.microsoft.com/office/drawing/2014/main" id="{0D9EFDEC-6F48-5BE4-436A-E4E11F722F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8336" y="6350242"/>
            <a:ext cx="780356" cy="365792"/>
          </a:xfrm>
          <a:prstGeom prst="rect">
            <a:avLst/>
          </a:prstGeom>
        </p:spPr>
      </p:pic>
      <p:sp>
        <p:nvSpPr>
          <p:cNvPr id="7" name="Rectángulo 5">
            <a:extLst>
              <a:ext uri="{FF2B5EF4-FFF2-40B4-BE49-F238E27FC236}">
                <a16:creationId xmlns:a16="http://schemas.microsoft.com/office/drawing/2014/main" id="{8B87EC1E-2CCA-FA58-859B-041A6CAAEBC0}"/>
              </a:ext>
            </a:extLst>
          </p:cNvPr>
          <p:cNvSpPr/>
          <p:nvPr/>
        </p:nvSpPr>
        <p:spPr>
          <a:xfrm>
            <a:off x="346933" y="144104"/>
            <a:ext cx="55001" cy="42401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2" name="Grupo 83">
            <a:extLst>
              <a:ext uri="{FF2B5EF4-FFF2-40B4-BE49-F238E27FC236}">
                <a16:creationId xmlns:a16="http://schemas.microsoft.com/office/drawing/2014/main" id="{ED7F17C0-05F5-41E6-DF55-715A2781B8F5}"/>
              </a:ext>
            </a:extLst>
          </p:cNvPr>
          <p:cNvGrpSpPr/>
          <p:nvPr/>
        </p:nvGrpSpPr>
        <p:grpSpPr>
          <a:xfrm>
            <a:off x="0" y="6457233"/>
            <a:ext cx="401934" cy="326337"/>
            <a:chOff x="0" y="6457233"/>
            <a:chExt cx="401934" cy="326337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13" name="Rectángulo redondeado 1">
              <a:extLst>
                <a:ext uri="{FF2B5EF4-FFF2-40B4-BE49-F238E27FC236}">
                  <a16:creationId xmlns:a16="http://schemas.microsoft.com/office/drawing/2014/main" id="{B9576715-65E7-36E9-227F-02DB0B095BC9}"/>
                </a:ext>
              </a:extLst>
            </p:cNvPr>
            <p:cNvSpPr/>
            <p:nvPr/>
          </p:nvSpPr>
          <p:spPr>
            <a:xfrm>
              <a:off x="0" y="6457233"/>
              <a:ext cx="401934" cy="326337"/>
            </a:xfrm>
            <a:prstGeom prst="flowChartDelay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CuadroTexto 85">
              <a:extLst>
                <a:ext uri="{FF2B5EF4-FFF2-40B4-BE49-F238E27FC236}">
                  <a16:creationId xmlns:a16="http://schemas.microsoft.com/office/drawing/2014/main" id="{11A9624D-CCE6-9259-563A-34FB417C769E}"/>
                </a:ext>
              </a:extLst>
            </p:cNvPr>
            <p:cNvSpPr txBox="1"/>
            <p:nvPr/>
          </p:nvSpPr>
          <p:spPr>
            <a:xfrm>
              <a:off x="15073" y="6489596"/>
              <a:ext cx="263223" cy="2616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ok" panose="02000604040000020004" pitchFamily="50" charset="0"/>
                  <a:ea typeface="+mn-ea"/>
                  <a:cs typeface="+mn-cs"/>
                </a:rPr>
                <a:t>6</a:t>
              </a:r>
            </a:p>
          </p:txBody>
        </p:sp>
      </p:grpSp>
      <p:sp>
        <p:nvSpPr>
          <p:cNvPr id="22" name="Título 1">
            <a:extLst>
              <a:ext uri="{FF2B5EF4-FFF2-40B4-BE49-F238E27FC236}">
                <a16:creationId xmlns:a16="http://schemas.microsoft.com/office/drawing/2014/main" id="{0528901E-ECE1-3E21-083A-C8767594998F}"/>
              </a:ext>
            </a:extLst>
          </p:cNvPr>
          <p:cNvSpPr txBox="1">
            <a:spLocks/>
          </p:cNvSpPr>
          <p:nvPr/>
        </p:nvSpPr>
        <p:spPr bwMode="auto">
          <a:xfrm>
            <a:off x="1494989" y="539166"/>
            <a:ext cx="9190565" cy="859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21920" tIns="60960" rIns="121920" bIns="60960" numCol="1" anchor="ctr" anchorCtr="0" compatLnSpc="1">
            <a:prstTxWarp prst="textNoShape">
              <a:avLst/>
            </a:prstTxWarp>
          </a:bodyPr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pt-BR" sz="2400" b="1" noProof="0" dirty="0">
                <a:solidFill>
                  <a:schemeClr val="accent1">
                    <a:lumMod val="75000"/>
                  </a:schemeClr>
                </a:solidFill>
                <a:latin typeface="Gotham Black" panose="02000604040000020004" pitchFamily="50" charset="0"/>
              </a:rPr>
              <a:t>Caracterização da solução do modelo</a:t>
            </a:r>
          </a:p>
          <a:p>
            <a:pPr defTabSz="914377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pt-BR" sz="3000" b="1" noProof="0" dirty="0">
              <a:solidFill>
                <a:schemeClr val="accent1">
                  <a:lumMod val="75000"/>
                </a:schemeClr>
              </a:solidFill>
              <a:latin typeface="Gotham Black" panose="02000604040000020004" pitchFamily="50" charset="0"/>
            </a:endParaRPr>
          </a:p>
        </p:txBody>
      </p:sp>
      <p:sp>
        <p:nvSpPr>
          <p:cNvPr id="27" name="Marcador de contenido 2">
            <a:extLst>
              <a:ext uri="{FF2B5EF4-FFF2-40B4-BE49-F238E27FC236}">
                <a16:creationId xmlns:a16="http://schemas.microsoft.com/office/drawing/2014/main" id="{FF0DEF36-83FA-E1AA-312A-CD176F3F8516}"/>
              </a:ext>
            </a:extLst>
          </p:cNvPr>
          <p:cNvSpPr txBox="1">
            <a:spLocks/>
          </p:cNvSpPr>
          <p:nvPr/>
        </p:nvSpPr>
        <p:spPr>
          <a:xfrm>
            <a:off x="1033320" y="1210100"/>
            <a:ext cx="10275016" cy="5108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114300" indent="0"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  <a:buNone/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r>
              <a:rPr lang="pt-BR" sz="16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Gotham Book" panose="02000604030000020004" pitchFamily="2" charset="0"/>
              </a:rPr>
              <a:t>Estado estacionário. Retirado de Medellín e Zuleta (2017).</a:t>
            </a:r>
          </a:p>
          <a:p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pPr marL="114300" indent="0" algn="ctr">
              <a:buNone/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pPr marL="114300" indent="0">
              <a:buNone/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pPr marL="114300" indent="0">
              <a:buNone/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pPr marL="114300" indent="0">
              <a:buNone/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pPr marL="114300" indent="0">
              <a:buNone/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pPr marL="114300" indent="0"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  <a:buNone/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pPr marL="114300" indent="0"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  <a:buNone/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pPr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pPr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pPr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  <a:p>
            <a:pPr marL="114300" indent="0" algn="just"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75000"/>
                </a:schemeClr>
              </a:buClr>
              <a:buNone/>
            </a:pPr>
            <a:endParaRPr lang="pt-BR" sz="1600" noProof="0" dirty="0">
              <a:solidFill>
                <a:schemeClr val="tx1">
                  <a:lumMod val="75000"/>
                  <a:lumOff val="25000"/>
                </a:schemeClr>
              </a:solidFill>
              <a:latin typeface="Gotham Book" panose="02000604030000020004" pitchFamily="2" charset="0"/>
            </a:endParaRPr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2BA636F9-28E4-7F7E-3BA2-201FD78077F7}"/>
              </a:ext>
            </a:extLst>
          </p:cNvPr>
          <p:cNvSpPr txBox="1"/>
          <p:nvPr/>
        </p:nvSpPr>
        <p:spPr>
          <a:xfrm>
            <a:off x="401933" y="168881"/>
            <a:ext cx="2901706" cy="2333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ts val="1100"/>
              </a:lnSpc>
              <a:defRPr/>
            </a:pPr>
            <a:r>
              <a:rPr lang="pt-BR" sz="1000" noProof="0" dirty="0">
                <a:solidFill>
                  <a:srgbClr val="4D4D4D"/>
                </a:solidFill>
                <a:latin typeface="Gotham Light" pitchFamily="50" charset="0"/>
                <a:cs typeface="Gotham Black" pitchFamily="50" charset="0"/>
              </a:rPr>
              <a:t>Solução</a:t>
            </a:r>
            <a:endParaRPr kumimoji="0" lang="pt-BR" sz="1000" b="1" i="0" u="none" strike="noStrike" kern="1200" cap="none" spc="0" normalizeH="0" baseline="0" noProof="0" dirty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Gotham Light" pitchFamily="50" charset="0"/>
              <a:ea typeface="+mn-ea"/>
              <a:cs typeface="Gotham Black" pitchFamily="50" charset="0"/>
            </a:endParaRPr>
          </a:p>
        </p:txBody>
      </p:sp>
      <p:sp>
        <p:nvSpPr>
          <p:cNvPr id="15" name="Slide Number Placeholder 13">
            <a:extLst>
              <a:ext uri="{FF2B5EF4-FFF2-40B4-BE49-F238E27FC236}">
                <a16:creationId xmlns:a16="http://schemas.microsoft.com/office/drawing/2014/main" id="{1FF5FE53-D26B-F70B-5DA5-6F54C2294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80550" y="6507601"/>
            <a:ext cx="401933" cy="208433"/>
          </a:xfrm>
          <a:solidFill>
            <a:srgbClr val="B4C7E7"/>
          </a:solidFill>
        </p:spPr>
        <p:txBody>
          <a:bodyPr/>
          <a:lstStyle/>
          <a:p>
            <a:pPr algn="ctr"/>
            <a:fld id="{EE745C5F-8F31-4318-ABF5-660B737895AE}" type="slidenum">
              <a:rPr lang="pt-BR" sz="1000" noProof="0" smtClean="0">
                <a:solidFill>
                  <a:schemeClr val="bg1"/>
                </a:solidFill>
                <a:latin typeface="Gotham Book" panose="02000604040000020004" pitchFamily="50" charset="0"/>
              </a:rPr>
              <a:pPr algn="ctr"/>
              <a:t>23</a:t>
            </a:fld>
            <a:endParaRPr lang="pt-BR" sz="1000" noProof="0" dirty="0">
              <a:solidFill>
                <a:schemeClr val="bg1"/>
              </a:solidFill>
              <a:latin typeface="Gotham Book" panose="02000604040000020004" pitchFamily="50" charset="0"/>
            </a:endParaRPr>
          </a:p>
        </p:txBody>
      </p:sp>
      <p:grpSp>
        <p:nvGrpSpPr>
          <p:cNvPr id="35" name="Grupo 34">
            <a:extLst>
              <a:ext uri="{FF2B5EF4-FFF2-40B4-BE49-F238E27FC236}">
                <a16:creationId xmlns:a16="http://schemas.microsoft.com/office/drawing/2014/main" id="{9E7B835D-5BC5-CF7C-7774-D04650CB1287}"/>
              </a:ext>
            </a:extLst>
          </p:cNvPr>
          <p:cNvGrpSpPr/>
          <p:nvPr/>
        </p:nvGrpSpPr>
        <p:grpSpPr>
          <a:xfrm>
            <a:off x="4107288" y="2629374"/>
            <a:ext cx="3571348" cy="3157025"/>
            <a:chOff x="4107288" y="2629374"/>
            <a:chExt cx="3571348" cy="3157025"/>
          </a:xfrm>
        </p:grpSpPr>
        <p:cxnSp>
          <p:nvCxnSpPr>
            <p:cNvPr id="24" name="Conector recto 23">
              <a:extLst>
                <a:ext uri="{FF2B5EF4-FFF2-40B4-BE49-F238E27FC236}">
                  <a16:creationId xmlns:a16="http://schemas.microsoft.com/office/drawing/2014/main" id="{8838E5CA-176C-66C5-5228-7C0096BE5348}"/>
                </a:ext>
              </a:extLst>
            </p:cNvPr>
            <p:cNvCxnSpPr>
              <a:cxnSpLocks/>
            </p:cNvCxnSpPr>
            <p:nvPr/>
          </p:nvCxnSpPr>
          <p:spPr>
            <a:xfrm>
              <a:off x="4439639" y="2645972"/>
              <a:ext cx="0" cy="2746383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Conector recto 24">
              <a:extLst>
                <a:ext uri="{FF2B5EF4-FFF2-40B4-BE49-F238E27FC236}">
                  <a16:creationId xmlns:a16="http://schemas.microsoft.com/office/drawing/2014/main" id="{20227E29-FA06-ABE8-B157-38A8E95E1DB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39639" y="5392355"/>
              <a:ext cx="3105339" cy="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CuadroTexto 31">
                  <a:extLst>
                    <a:ext uri="{FF2B5EF4-FFF2-40B4-BE49-F238E27FC236}">
                      <a16:creationId xmlns:a16="http://schemas.microsoft.com/office/drawing/2014/main" id="{DB934E09-B74E-A218-B5B7-423EF3C44F57}"/>
                    </a:ext>
                  </a:extLst>
                </p:cNvPr>
                <p:cNvSpPr txBox="1"/>
                <p:nvPr/>
              </p:nvSpPr>
              <p:spPr>
                <a:xfrm>
                  <a:off x="7411320" y="5509400"/>
                  <a:ext cx="26731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b="0" i="1" noProof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noProof="0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pt-BR" b="0" i="1" noProof="0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pt-BR" noProof="0" dirty="0"/>
                </a:p>
              </p:txBody>
            </p:sp>
          </mc:Choice>
          <mc:Fallback xmlns="">
            <p:sp>
              <p:nvSpPr>
                <p:cNvPr id="32" name="CuadroTexto 31">
                  <a:extLst>
                    <a:ext uri="{FF2B5EF4-FFF2-40B4-BE49-F238E27FC236}">
                      <a16:creationId xmlns:a16="http://schemas.microsoft.com/office/drawing/2014/main" id="{DB934E09-B74E-A218-B5B7-423EF3C44F5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11320" y="5509400"/>
                  <a:ext cx="267316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22727" r="-2273" b="-13333"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CuadroTexto 32">
                  <a:extLst>
                    <a:ext uri="{FF2B5EF4-FFF2-40B4-BE49-F238E27FC236}">
                      <a16:creationId xmlns:a16="http://schemas.microsoft.com/office/drawing/2014/main" id="{52C54EE3-CC6A-0294-25BB-0D057E183BC4}"/>
                    </a:ext>
                  </a:extLst>
                </p:cNvPr>
                <p:cNvSpPr txBox="1"/>
                <p:nvPr/>
              </p:nvSpPr>
              <p:spPr>
                <a:xfrm>
                  <a:off x="4107288" y="2629374"/>
                  <a:ext cx="240835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b="0" i="1" noProof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noProof="0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pt-BR" b="0" i="1" noProof="0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pt-BR" noProof="0" dirty="0"/>
                </a:p>
              </p:txBody>
            </p:sp>
          </mc:Choice>
          <mc:Fallback xmlns="">
            <p:sp>
              <p:nvSpPr>
                <p:cNvPr id="33" name="CuadroTexto 32">
                  <a:extLst>
                    <a:ext uri="{FF2B5EF4-FFF2-40B4-BE49-F238E27FC236}">
                      <a16:creationId xmlns:a16="http://schemas.microsoft.com/office/drawing/2014/main" id="{52C54EE3-CC6A-0294-25BB-0D057E183BC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07288" y="2629374"/>
                  <a:ext cx="240835" cy="276999"/>
                </a:xfrm>
                <a:prstGeom prst="rect">
                  <a:avLst/>
                </a:prstGeom>
                <a:blipFill>
                  <a:blip r:embed="rId5"/>
                  <a:stretch>
                    <a:fillRect l="-15385" r="-2564" b="-13043"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A3F7FC92-D933-038E-D1A4-8C85B3822CE6}"/>
              </a:ext>
            </a:extLst>
          </p:cNvPr>
          <p:cNvCxnSpPr>
            <a:cxnSpLocks/>
          </p:cNvCxnSpPr>
          <p:nvPr/>
        </p:nvCxnSpPr>
        <p:spPr>
          <a:xfrm>
            <a:off x="5908775" y="2661212"/>
            <a:ext cx="0" cy="2746383"/>
          </a:xfrm>
          <a:prstGeom prst="line">
            <a:avLst/>
          </a:prstGeom>
          <a:ln w="28575" cap="flat" cmpd="sng" algn="ctr">
            <a:solidFill>
              <a:srgbClr val="009999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4ADE94F5-4E0A-5CBA-F967-204D16F62A79}"/>
                  </a:ext>
                </a:extLst>
              </p:cNvPr>
              <p:cNvSpPr txBox="1"/>
              <p:nvPr/>
            </p:nvSpPr>
            <p:spPr>
              <a:xfrm>
                <a:off x="5452752" y="2019216"/>
                <a:ext cx="912045" cy="5249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i="1" noProof="0" smtClean="0">
                              <a:solidFill>
                                <a:srgbClr val="009999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BR" i="1" noProof="0" smtClean="0">
                                  <a:solidFill>
                                    <a:srgbClr val="009999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noProof="0" smtClean="0">
                                  <a:solidFill>
                                    <a:srgbClr val="009999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pt-BR" b="0" i="1" noProof="0" smtClean="0">
                                  <a:solidFill>
                                    <a:srgbClr val="009999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pt-BR" b="0" i="1" noProof="0" smtClean="0">
                                  <a:solidFill>
                                    <a:srgbClr val="009999"/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pt-BR" i="1" noProof="0" smtClean="0">
                                  <a:solidFill>
                                    <a:srgbClr val="009999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noProof="0" smtClean="0">
                                  <a:solidFill>
                                    <a:srgbClr val="009999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pt-BR" b="0" i="1" noProof="0" smtClean="0">
                                  <a:solidFill>
                                    <a:srgbClr val="009999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den>
                      </m:f>
                      <m:r>
                        <a:rPr lang="pt-BR" b="0" i="1" noProof="0" smtClean="0">
                          <a:solidFill>
                            <a:srgbClr val="009999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pt-BR" noProof="0" dirty="0"/>
              </a:p>
            </p:txBody>
          </p:sp>
        </mc:Choice>
        <mc:Fallback xmlns="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4ADE94F5-4E0A-5CBA-F967-204D16F62A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2752" y="2019216"/>
                <a:ext cx="912045" cy="52495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B79B0411-9FA0-B7D1-7099-01D3B49A20FA}"/>
              </a:ext>
            </a:extLst>
          </p:cNvPr>
          <p:cNvCxnSpPr>
            <a:cxnSpLocks/>
          </p:cNvCxnSpPr>
          <p:nvPr/>
        </p:nvCxnSpPr>
        <p:spPr>
          <a:xfrm flipV="1">
            <a:off x="5035094" y="2618601"/>
            <a:ext cx="0" cy="550380"/>
          </a:xfrm>
          <a:prstGeom prst="straightConnector1">
            <a:avLst/>
          </a:prstGeom>
          <a:ln w="28575">
            <a:solidFill>
              <a:srgbClr val="00999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de flecha 27">
            <a:extLst>
              <a:ext uri="{FF2B5EF4-FFF2-40B4-BE49-F238E27FC236}">
                <a16:creationId xmlns:a16="http://schemas.microsoft.com/office/drawing/2014/main" id="{C9D5D75E-FEAC-514F-EB6E-126D0DD28DB5}"/>
              </a:ext>
            </a:extLst>
          </p:cNvPr>
          <p:cNvCxnSpPr/>
          <p:nvPr/>
        </p:nvCxnSpPr>
        <p:spPr>
          <a:xfrm>
            <a:off x="6473750" y="4636393"/>
            <a:ext cx="0" cy="543693"/>
          </a:xfrm>
          <a:prstGeom prst="straightConnector1">
            <a:avLst/>
          </a:prstGeom>
          <a:ln w="28575">
            <a:solidFill>
              <a:srgbClr val="00999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2E08D044-2581-CACA-5066-90A3807247C9}"/>
              </a:ext>
            </a:extLst>
          </p:cNvPr>
          <p:cNvCxnSpPr/>
          <p:nvPr/>
        </p:nvCxnSpPr>
        <p:spPr>
          <a:xfrm>
            <a:off x="6473750" y="2834948"/>
            <a:ext cx="0" cy="543693"/>
          </a:xfrm>
          <a:prstGeom prst="straightConnector1">
            <a:avLst/>
          </a:prstGeom>
          <a:ln w="28575">
            <a:solidFill>
              <a:srgbClr val="00999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Forma libre: forma 1">
            <a:extLst>
              <a:ext uri="{FF2B5EF4-FFF2-40B4-BE49-F238E27FC236}">
                <a16:creationId xmlns:a16="http://schemas.microsoft.com/office/drawing/2014/main" id="{4E68BDED-5414-FD25-81F9-949FCF514AA5}"/>
              </a:ext>
            </a:extLst>
          </p:cNvPr>
          <p:cNvSpPr/>
          <p:nvPr/>
        </p:nvSpPr>
        <p:spPr>
          <a:xfrm>
            <a:off x="4434839" y="3456432"/>
            <a:ext cx="2816349" cy="1929384"/>
          </a:xfrm>
          <a:custGeom>
            <a:avLst/>
            <a:gdLst>
              <a:gd name="connsiteX0" fmla="*/ 0 w 2505456"/>
              <a:gd name="connsiteY0" fmla="*/ 1929384 h 1929384"/>
              <a:gd name="connsiteX1" fmla="*/ 1527048 w 2505456"/>
              <a:gd name="connsiteY1" fmla="*/ 0 h 1929384"/>
              <a:gd name="connsiteX2" fmla="*/ 2505456 w 2505456"/>
              <a:gd name="connsiteY2" fmla="*/ 1929384 h 1929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05456" h="1929384">
                <a:moveTo>
                  <a:pt x="0" y="1929384"/>
                </a:moveTo>
                <a:cubicBezTo>
                  <a:pt x="554736" y="964692"/>
                  <a:pt x="1109472" y="0"/>
                  <a:pt x="1527048" y="0"/>
                </a:cubicBezTo>
                <a:cubicBezTo>
                  <a:pt x="1944624" y="0"/>
                  <a:pt x="2225040" y="964692"/>
                  <a:pt x="2505456" y="1929384"/>
                </a:cubicBezTo>
              </a:path>
            </a:pathLst>
          </a:custGeom>
          <a:noFill/>
          <a:ln w="28575">
            <a:solidFill>
              <a:srgbClr val="E405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C256E567-727D-F199-E306-48F98562F7FE}"/>
                  </a:ext>
                </a:extLst>
              </p:cNvPr>
              <p:cNvSpPr txBox="1"/>
              <p:nvPr/>
            </p:nvSpPr>
            <p:spPr>
              <a:xfrm>
                <a:off x="7181640" y="4761112"/>
                <a:ext cx="916533" cy="572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b="0" i="1" noProof="0" smtClean="0">
                              <a:solidFill>
                                <a:srgbClr val="E4059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BR" b="0" i="1" noProof="0" smtClean="0">
                                  <a:solidFill>
                                    <a:srgbClr val="E4059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 noProof="0" smtClean="0">
                                  <a:solidFill>
                                    <a:srgbClr val="E4059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pt-BR" b="0" i="1" noProof="0" smtClean="0">
                                  <a:solidFill>
                                    <a:srgbClr val="E4059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pt-BR" b="0" i="1" noProof="0" smtClean="0">
                                  <a:solidFill>
                                    <a:srgbClr val="E40590"/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pt-BR" b="0" i="1" noProof="0" smtClean="0">
                                  <a:solidFill>
                                    <a:srgbClr val="E4059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noProof="0" smtClean="0">
                                  <a:solidFill>
                                    <a:srgbClr val="E4059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pt-BR" b="0" i="1" noProof="0" smtClean="0">
                                  <a:solidFill>
                                    <a:srgbClr val="E4059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den>
                      </m:f>
                      <m:r>
                        <a:rPr lang="pt-BR" b="0" i="1" noProof="0" smtClean="0">
                          <a:solidFill>
                            <a:srgbClr val="E40590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pt-BR" noProof="0" dirty="0"/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C256E567-727D-F199-E306-48F98562F7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1640" y="4761112"/>
                <a:ext cx="916533" cy="57272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F5523286-EC3F-1228-6632-BD4DB55CB22B}"/>
              </a:ext>
            </a:extLst>
          </p:cNvPr>
          <p:cNvCxnSpPr>
            <a:cxnSpLocks/>
          </p:cNvCxnSpPr>
          <p:nvPr/>
        </p:nvCxnSpPr>
        <p:spPr>
          <a:xfrm>
            <a:off x="6463973" y="4632581"/>
            <a:ext cx="466977" cy="0"/>
          </a:xfrm>
          <a:prstGeom prst="straightConnector1">
            <a:avLst/>
          </a:prstGeom>
          <a:ln w="28575">
            <a:solidFill>
              <a:srgbClr val="E4059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A3A51A47-8C1B-2AFD-99C6-1211B6E5029C}"/>
              </a:ext>
            </a:extLst>
          </p:cNvPr>
          <p:cNvCxnSpPr>
            <a:cxnSpLocks/>
          </p:cNvCxnSpPr>
          <p:nvPr/>
        </p:nvCxnSpPr>
        <p:spPr>
          <a:xfrm flipH="1">
            <a:off x="4571596" y="3155640"/>
            <a:ext cx="457200" cy="0"/>
          </a:xfrm>
          <a:prstGeom prst="straightConnector1">
            <a:avLst/>
          </a:prstGeom>
          <a:ln w="28575">
            <a:solidFill>
              <a:srgbClr val="E4059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D487AC35-35CD-9017-21FC-B85671550323}"/>
              </a:ext>
            </a:extLst>
          </p:cNvPr>
          <p:cNvCxnSpPr>
            <a:cxnSpLocks/>
          </p:cNvCxnSpPr>
          <p:nvPr/>
        </p:nvCxnSpPr>
        <p:spPr>
          <a:xfrm flipH="1">
            <a:off x="6016550" y="2834948"/>
            <a:ext cx="457200" cy="0"/>
          </a:xfrm>
          <a:prstGeom prst="straightConnector1">
            <a:avLst/>
          </a:prstGeom>
          <a:ln w="28575">
            <a:solidFill>
              <a:srgbClr val="E4059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604F22C1-136F-4CCB-ACCE-3E694639DE23}"/>
              </a:ext>
            </a:extLst>
          </p:cNvPr>
          <p:cNvCxnSpPr>
            <a:cxnSpLocks/>
          </p:cNvCxnSpPr>
          <p:nvPr/>
        </p:nvCxnSpPr>
        <p:spPr>
          <a:xfrm flipV="1">
            <a:off x="5035094" y="4560745"/>
            <a:ext cx="0" cy="550380"/>
          </a:xfrm>
          <a:prstGeom prst="straightConnector1">
            <a:avLst/>
          </a:prstGeom>
          <a:ln w="28575">
            <a:solidFill>
              <a:srgbClr val="00999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de flecha 22">
            <a:extLst>
              <a:ext uri="{FF2B5EF4-FFF2-40B4-BE49-F238E27FC236}">
                <a16:creationId xmlns:a16="http://schemas.microsoft.com/office/drawing/2014/main" id="{1347ED8B-2D17-E0CD-53A3-0068CE7ED180}"/>
              </a:ext>
            </a:extLst>
          </p:cNvPr>
          <p:cNvCxnSpPr>
            <a:cxnSpLocks/>
          </p:cNvCxnSpPr>
          <p:nvPr/>
        </p:nvCxnSpPr>
        <p:spPr>
          <a:xfrm>
            <a:off x="5028796" y="5097800"/>
            <a:ext cx="466977" cy="0"/>
          </a:xfrm>
          <a:prstGeom prst="straightConnector1">
            <a:avLst/>
          </a:prstGeom>
          <a:ln w="28575">
            <a:solidFill>
              <a:srgbClr val="E4059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cto 29">
            <a:extLst>
              <a:ext uri="{FF2B5EF4-FFF2-40B4-BE49-F238E27FC236}">
                <a16:creationId xmlns:a16="http://schemas.microsoft.com/office/drawing/2014/main" id="{1BF6D3D2-D8CF-236A-1090-97B04A65CE08}"/>
              </a:ext>
            </a:extLst>
          </p:cNvPr>
          <p:cNvCxnSpPr/>
          <p:nvPr/>
        </p:nvCxnSpPr>
        <p:spPr>
          <a:xfrm>
            <a:off x="6151373" y="3456432"/>
            <a:ext cx="19455" cy="1935923"/>
          </a:xfrm>
          <a:prstGeom prst="line">
            <a:avLst/>
          </a:prstGeom>
          <a:ln w="28575">
            <a:solidFill>
              <a:srgbClr val="E4059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CuadroTexto 30">
                <a:extLst>
                  <a:ext uri="{FF2B5EF4-FFF2-40B4-BE49-F238E27FC236}">
                    <a16:creationId xmlns:a16="http://schemas.microsoft.com/office/drawing/2014/main" id="{5961B5E7-28AE-4EFD-FA5B-B3C39BCFF8AC}"/>
                  </a:ext>
                </a:extLst>
              </p:cNvPr>
              <p:cNvSpPr txBox="1"/>
              <p:nvPr/>
            </p:nvSpPr>
            <p:spPr>
              <a:xfrm>
                <a:off x="6037170" y="5451375"/>
                <a:ext cx="60157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b="0" i="1" noProof="0" smtClean="0">
                              <a:solidFill>
                                <a:srgbClr val="E4059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b="0" i="1" noProof="0" smtClean="0">
                              <a:solidFill>
                                <a:srgbClr val="E4059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p>
                          <m:r>
                            <a:rPr lang="pt-BR" b="0" i="1" noProof="0" smtClean="0">
                              <a:solidFill>
                                <a:srgbClr val="E40590"/>
                              </a:solidFill>
                              <a:latin typeface="Cambria Math" panose="02040503050406030204" pitchFamily="18" charset="0"/>
                            </a:rPr>
                            <m:t>𝑜𝑢𝑟𝑜</m:t>
                          </m:r>
                        </m:sup>
                      </m:sSup>
                    </m:oMath>
                  </m:oMathPara>
                </a14:m>
                <a:endParaRPr lang="pt-BR" noProof="0" dirty="0"/>
              </a:p>
            </p:txBody>
          </p:sp>
        </mc:Choice>
        <mc:Fallback xmlns="">
          <p:sp>
            <p:nvSpPr>
              <p:cNvPr id="31" name="CuadroTexto 30">
                <a:extLst>
                  <a:ext uri="{FF2B5EF4-FFF2-40B4-BE49-F238E27FC236}">
                    <a16:creationId xmlns:a16="http://schemas.microsoft.com/office/drawing/2014/main" id="{5961B5E7-28AE-4EFD-FA5B-B3C39BCFF8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7170" y="5451375"/>
                <a:ext cx="601575" cy="276999"/>
              </a:xfrm>
              <a:prstGeom prst="rect">
                <a:avLst/>
              </a:prstGeom>
              <a:blipFill>
                <a:blip r:embed="rId8"/>
                <a:stretch>
                  <a:fillRect l="-9091" b="-6522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CuadroTexto 33">
                <a:extLst>
                  <a:ext uri="{FF2B5EF4-FFF2-40B4-BE49-F238E27FC236}">
                    <a16:creationId xmlns:a16="http://schemas.microsoft.com/office/drawing/2014/main" id="{925D1EBD-5451-465E-13F3-7D0ECB8A0F75}"/>
                  </a:ext>
                </a:extLst>
              </p:cNvPr>
              <p:cNvSpPr txBox="1"/>
              <p:nvPr/>
            </p:nvSpPr>
            <p:spPr>
              <a:xfrm>
                <a:off x="6844242" y="5462817"/>
                <a:ext cx="543034" cy="2882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b="0" i="1" noProof="0" smtClean="0">
                              <a:solidFill>
                                <a:srgbClr val="E4059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b="0" i="1" noProof="0" smtClean="0">
                              <a:solidFill>
                                <a:srgbClr val="E4059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p>
                          <m:r>
                            <a:rPr lang="pt-BR" b="0" i="1" noProof="0" smtClean="0">
                              <a:solidFill>
                                <a:srgbClr val="E4059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pt-BR" b="0" i="1" noProof="0" smtClean="0">
                              <a:solidFill>
                                <a:srgbClr val="E40590"/>
                              </a:solidFill>
                              <a:latin typeface="Cambria Math" panose="02040503050406030204" pitchFamily="18" charset="0"/>
                            </a:rPr>
                            <m:t>á</m:t>
                          </m:r>
                          <m:r>
                            <a:rPr lang="pt-BR" b="0" i="1" noProof="0" smtClean="0">
                              <a:solidFill>
                                <a:srgbClr val="E4059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pt-BR" noProof="0" dirty="0"/>
              </a:p>
            </p:txBody>
          </p:sp>
        </mc:Choice>
        <mc:Fallback xmlns="">
          <p:sp>
            <p:nvSpPr>
              <p:cNvPr id="34" name="CuadroTexto 33">
                <a:extLst>
                  <a:ext uri="{FF2B5EF4-FFF2-40B4-BE49-F238E27FC236}">
                    <a16:creationId xmlns:a16="http://schemas.microsoft.com/office/drawing/2014/main" id="{925D1EBD-5451-465E-13F3-7D0ECB8A0F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4242" y="5462817"/>
                <a:ext cx="543034" cy="288220"/>
              </a:xfrm>
              <a:prstGeom prst="rect">
                <a:avLst/>
              </a:prstGeom>
              <a:blipFill>
                <a:blip r:embed="rId9"/>
                <a:stretch>
                  <a:fillRect l="-10112" t="-2128" r="-3371" b="-8511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CuadroTexto 35">
                <a:extLst>
                  <a:ext uri="{FF2B5EF4-FFF2-40B4-BE49-F238E27FC236}">
                    <a16:creationId xmlns:a16="http://schemas.microsoft.com/office/drawing/2014/main" id="{9F056B96-5609-AB37-CAE0-5EAA5727C2ED}"/>
                  </a:ext>
                </a:extLst>
              </p:cNvPr>
              <p:cNvSpPr txBox="1"/>
              <p:nvPr/>
            </p:nvSpPr>
            <p:spPr>
              <a:xfrm>
                <a:off x="5770669" y="5451375"/>
                <a:ext cx="28206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b="0" i="1" noProof="0" smtClean="0">
                              <a:solidFill>
                                <a:srgbClr val="009999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b="0" i="1" noProof="0" smtClean="0">
                              <a:solidFill>
                                <a:srgbClr val="009999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p>
                          <m:r>
                            <a:rPr lang="pt-BR" b="0" i="1" noProof="0" smtClean="0">
                              <a:solidFill>
                                <a:srgbClr val="009999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pt-BR" noProof="0" dirty="0"/>
              </a:p>
            </p:txBody>
          </p:sp>
        </mc:Choice>
        <mc:Fallback xmlns="">
          <p:sp>
            <p:nvSpPr>
              <p:cNvPr id="36" name="CuadroTexto 35">
                <a:extLst>
                  <a:ext uri="{FF2B5EF4-FFF2-40B4-BE49-F238E27FC236}">
                    <a16:creationId xmlns:a16="http://schemas.microsoft.com/office/drawing/2014/main" id="{9F056B96-5609-AB37-CAE0-5EAA5727C2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0669" y="5451375"/>
                <a:ext cx="282064" cy="276999"/>
              </a:xfrm>
              <a:prstGeom prst="rect">
                <a:avLst/>
              </a:prstGeom>
              <a:blipFill>
                <a:blip r:embed="rId10"/>
                <a:stretch>
                  <a:fillRect l="-21739" r="-2174" b="-6522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upo 4">
            <a:extLst>
              <a:ext uri="{FF2B5EF4-FFF2-40B4-BE49-F238E27FC236}">
                <a16:creationId xmlns:a16="http://schemas.microsoft.com/office/drawing/2014/main" id="{5A161FF9-2A7C-8616-0A98-51B3A628B8C5}"/>
              </a:ext>
            </a:extLst>
          </p:cNvPr>
          <p:cNvGrpSpPr/>
          <p:nvPr/>
        </p:nvGrpSpPr>
        <p:grpSpPr>
          <a:xfrm>
            <a:off x="4991100" y="2764487"/>
            <a:ext cx="1549601" cy="2415599"/>
            <a:chOff x="4991100" y="2764487"/>
            <a:chExt cx="1549601" cy="2415599"/>
          </a:xfrm>
        </p:grpSpPr>
        <p:grpSp>
          <p:nvGrpSpPr>
            <p:cNvPr id="68" name="Grupo 67">
              <a:extLst>
                <a:ext uri="{FF2B5EF4-FFF2-40B4-BE49-F238E27FC236}">
                  <a16:creationId xmlns:a16="http://schemas.microsoft.com/office/drawing/2014/main" id="{FAA27AB5-6100-A4A9-7F85-CF3E5BCE48DE}"/>
                </a:ext>
              </a:extLst>
            </p:cNvPr>
            <p:cNvGrpSpPr/>
            <p:nvPr/>
          </p:nvGrpSpPr>
          <p:grpSpPr>
            <a:xfrm>
              <a:off x="4991100" y="2764487"/>
              <a:ext cx="1549601" cy="2415599"/>
              <a:chOff x="4991100" y="2764487"/>
              <a:chExt cx="1549601" cy="2415599"/>
            </a:xfrm>
          </p:grpSpPr>
          <p:cxnSp>
            <p:nvCxnSpPr>
              <p:cNvPr id="40" name="Conector recto de flecha 39">
                <a:extLst>
                  <a:ext uri="{FF2B5EF4-FFF2-40B4-BE49-F238E27FC236}">
                    <a16:creationId xmlns:a16="http://schemas.microsoft.com/office/drawing/2014/main" id="{CFDAFA5A-8472-500C-A79D-E34538F79FC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991100" y="4899772"/>
                <a:ext cx="156429" cy="280314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Conector recto de flecha 41">
                <a:extLst>
                  <a:ext uri="{FF2B5EF4-FFF2-40B4-BE49-F238E27FC236}">
                    <a16:creationId xmlns:a16="http://schemas.microsoft.com/office/drawing/2014/main" id="{556CA470-233E-BED0-2581-99036310136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28539" y="4647377"/>
                <a:ext cx="184781" cy="285995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Conector recto de flecha 43">
                <a:extLst>
                  <a:ext uri="{FF2B5EF4-FFF2-40B4-BE49-F238E27FC236}">
                    <a16:creationId xmlns:a16="http://schemas.microsoft.com/office/drawing/2014/main" id="{4C71B783-50BD-7CC3-7C2B-86B4F436ADB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265679" y="4369477"/>
                <a:ext cx="185897" cy="345183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Conector recto de flecha 45">
                <a:extLst>
                  <a:ext uri="{FF2B5EF4-FFF2-40B4-BE49-F238E27FC236}">
                    <a16:creationId xmlns:a16="http://schemas.microsoft.com/office/drawing/2014/main" id="{3ABEE6A0-DD97-DB69-EA31-E9A2F96433E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432665" y="4086225"/>
                <a:ext cx="168035" cy="334518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Conector recto de flecha 47">
                <a:extLst>
                  <a:ext uri="{FF2B5EF4-FFF2-40B4-BE49-F238E27FC236}">
                    <a16:creationId xmlns:a16="http://schemas.microsoft.com/office/drawing/2014/main" id="{FA48D99E-37EB-1DEF-DA0D-107DCFBEE7D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593989" y="3790950"/>
                <a:ext cx="176680" cy="315601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Conector recto de flecha 49">
                <a:extLst>
                  <a:ext uri="{FF2B5EF4-FFF2-40B4-BE49-F238E27FC236}">
                    <a16:creationId xmlns:a16="http://schemas.microsoft.com/office/drawing/2014/main" id="{A55747AE-8DD3-7D3F-6BA4-E9CBA85BDC5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744641" y="3552825"/>
                <a:ext cx="164134" cy="287451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Conector recto de flecha 50">
                <a:extLst>
                  <a:ext uri="{FF2B5EF4-FFF2-40B4-BE49-F238E27FC236}">
                    <a16:creationId xmlns:a16="http://schemas.microsoft.com/office/drawing/2014/main" id="{9F053E50-5E31-59B6-8AF0-5446671F7D8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293397" y="2764487"/>
                <a:ext cx="247304" cy="232579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Conector recto de flecha 52">
                <a:extLst>
                  <a:ext uri="{FF2B5EF4-FFF2-40B4-BE49-F238E27FC236}">
                    <a16:creationId xmlns:a16="http://schemas.microsoft.com/office/drawing/2014/main" id="{56EF1129-07F4-6F1E-2F7A-E73A0BD315E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51373" y="2943427"/>
                <a:ext cx="206230" cy="241741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Conector recto de flecha 54">
                <a:extLst>
                  <a:ext uri="{FF2B5EF4-FFF2-40B4-BE49-F238E27FC236}">
                    <a16:creationId xmlns:a16="http://schemas.microsoft.com/office/drawing/2014/main" id="{DF84A592-935B-324B-CF60-A683F892531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023448" y="3127400"/>
                <a:ext cx="184627" cy="251241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Conector recto de flecha 56">
                <a:extLst>
                  <a:ext uri="{FF2B5EF4-FFF2-40B4-BE49-F238E27FC236}">
                    <a16:creationId xmlns:a16="http://schemas.microsoft.com/office/drawing/2014/main" id="{4A0621FA-2263-DD6F-8B0D-C664B28B566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908774" y="3317427"/>
                <a:ext cx="156549" cy="235398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0" name="Elipse 69">
              <a:extLst>
                <a:ext uri="{FF2B5EF4-FFF2-40B4-BE49-F238E27FC236}">
                  <a16:creationId xmlns:a16="http://schemas.microsoft.com/office/drawing/2014/main" id="{9E238A56-465C-54E5-601F-2FD395D63E1B}"/>
                </a:ext>
              </a:extLst>
            </p:cNvPr>
            <p:cNvSpPr/>
            <p:nvPr/>
          </p:nvSpPr>
          <p:spPr>
            <a:xfrm>
              <a:off x="5885916" y="3513645"/>
              <a:ext cx="45719" cy="45719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noProof="0" dirty="0"/>
            </a:p>
          </p:txBody>
        </p:sp>
      </p:grpSp>
      <p:sp>
        <p:nvSpPr>
          <p:cNvPr id="71" name="Forma libre: forma 70">
            <a:extLst>
              <a:ext uri="{FF2B5EF4-FFF2-40B4-BE49-F238E27FC236}">
                <a16:creationId xmlns:a16="http://schemas.microsoft.com/office/drawing/2014/main" id="{6FF21D98-3228-9A6E-6E35-EE9281514B0C}"/>
              </a:ext>
            </a:extLst>
          </p:cNvPr>
          <p:cNvSpPr/>
          <p:nvPr/>
        </p:nvSpPr>
        <p:spPr>
          <a:xfrm>
            <a:off x="4867275" y="3571875"/>
            <a:ext cx="316497" cy="1285875"/>
          </a:xfrm>
          <a:custGeom>
            <a:avLst/>
            <a:gdLst>
              <a:gd name="connsiteX0" fmla="*/ 114300 w 316497"/>
              <a:gd name="connsiteY0" fmla="*/ 1285875 h 1285875"/>
              <a:gd name="connsiteX1" fmla="*/ 314325 w 316497"/>
              <a:gd name="connsiteY1" fmla="*/ 685800 h 1285875"/>
              <a:gd name="connsiteX2" fmla="*/ 0 w 316497"/>
              <a:gd name="connsiteY2" fmla="*/ 0 h 1285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16497" h="1285875">
                <a:moveTo>
                  <a:pt x="114300" y="1285875"/>
                </a:moveTo>
                <a:cubicBezTo>
                  <a:pt x="223837" y="1092993"/>
                  <a:pt x="333375" y="900112"/>
                  <a:pt x="314325" y="685800"/>
                </a:cubicBezTo>
                <a:cubicBezTo>
                  <a:pt x="295275" y="471487"/>
                  <a:pt x="6350" y="23812"/>
                  <a:pt x="0" y="0"/>
                </a:cubicBezTo>
              </a:path>
            </a:pathLst>
          </a:custGeom>
          <a:noFill/>
          <a:ln w="28575">
            <a:solidFill>
              <a:srgbClr val="0099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72" name="Forma libre: forma 71">
            <a:extLst>
              <a:ext uri="{FF2B5EF4-FFF2-40B4-BE49-F238E27FC236}">
                <a16:creationId xmlns:a16="http://schemas.microsoft.com/office/drawing/2014/main" id="{95C255D5-4DB5-BB70-9CB0-156307EF063C}"/>
              </a:ext>
            </a:extLst>
          </p:cNvPr>
          <p:cNvSpPr/>
          <p:nvPr/>
        </p:nvSpPr>
        <p:spPr>
          <a:xfrm>
            <a:off x="5181600" y="4559476"/>
            <a:ext cx="1647825" cy="650699"/>
          </a:xfrm>
          <a:custGeom>
            <a:avLst/>
            <a:gdLst>
              <a:gd name="connsiteX0" fmla="*/ 0 w 1647825"/>
              <a:gd name="connsiteY0" fmla="*/ 650699 h 650699"/>
              <a:gd name="connsiteX1" fmla="*/ 714375 w 1647825"/>
              <a:gd name="connsiteY1" fmla="*/ 12524 h 650699"/>
              <a:gd name="connsiteX2" fmla="*/ 1647825 w 1647825"/>
              <a:gd name="connsiteY2" fmla="*/ 288749 h 6506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47825" h="650699">
                <a:moveTo>
                  <a:pt x="0" y="650699"/>
                </a:moveTo>
                <a:cubicBezTo>
                  <a:pt x="219869" y="361774"/>
                  <a:pt x="439738" y="72849"/>
                  <a:pt x="714375" y="12524"/>
                </a:cubicBezTo>
                <a:cubicBezTo>
                  <a:pt x="989012" y="-47801"/>
                  <a:pt x="1318418" y="120474"/>
                  <a:pt x="1647825" y="288749"/>
                </a:cubicBezTo>
              </a:path>
            </a:pathLst>
          </a:cu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581375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" grpId="0" animBg="1"/>
      <p:bldP spid="72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89">
            <a:extLst>
              <a:ext uri="{FF2B5EF4-FFF2-40B4-BE49-F238E27FC236}">
                <a16:creationId xmlns:a16="http://schemas.microsoft.com/office/drawing/2014/main" id="{5FED718F-9803-800A-F258-487CD4CACD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8336" y="6350242"/>
            <a:ext cx="780356" cy="365792"/>
          </a:xfrm>
          <a:prstGeom prst="rect">
            <a:avLst/>
          </a:prstGeom>
        </p:spPr>
      </p:pic>
      <p:sp>
        <p:nvSpPr>
          <p:cNvPr id="7" name="Rectángulo 5">
            <a:extLst>
              <a:ext uri="{FF2B5EF4-FFF2-40B4-BE49-F238E27FC236}">
                <a16:creationId xmlns:a16="http://schemas.microsoft.com/office/drawing/2014/main" id="{E0388FD9-EC60-F5FE-0362-6544841E372E}"/>
              </a:ext>
            </a:extLst>
          </p:cNvPr>
          <p:cNvSpPr/>
          <p:nvPr/>
        </p:nvSpPr>
        <p:spPr>
          <a:xfrm>
            <a:off x="346933" y="144104"/>
            <a:ext cx="55001" cy="42401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2" name="Grupo 83">
            <a:extLst>
              <a:ext uri="{FF2B5EF4-FFF2-40B4-BE49-F238E27FC236}">
                <a16:creationId xmlns:a16="http://schemas.microsoft.com/office/drawing/2014/main" id="{A4E3474D-8474-798A-0E6D-916DAC09142C}"/>
              </a:ext>
            </a:extLst>
          </p:cNvPr>
          <p:cNvGrpSpPr/>
          <p:nvPr/>
        </p:nvGrpSpPr>
        <p:grpSpPr>
          <a:xfrm>
            <a:off x="0" y="6457233"/>
            <a:ext cx="401934" cy="326337"/>
            <a:chOff x="0" y="6457233"/>
            <a:chExt cx="401934" cy="326337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13" name="Rectángulo redondeado 1">
              <a:extLst>
                <a:ext uri="{FF2B5EF4-FFF2-40B4-BE49-F238E27FC236}">
                  <a16:creationId xmlns:a16="http://schemas.microsoft.com/office/drawing/2014/main" id="{2E36149E-4F40-CC2F-C619-7D35A4F6D6C9}"/>
                </a:ext>
              </a:extLst>
            </p:cNvPr>
            <p:cNvSpPr/>
            <p:nvPr/>
          </p:nvSpPr>
          <p:spPr>
            <a:xfrm>
              <a:off x="0" y="6457233"/>
              <a:ext cx="401934" cy="326337"/>
            </a:xfrm>
            <a:prstGeom prst="flowChartDelay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CuadroTexto 85">
              <a:extLst>
                <a:ext uri="{FF2B5EF4-FFF2-40B4-BE49-F238E27FC236}">
                  <a16:creationId xmlns:a16="http://schemas.microsoft.com/office/drawing/2014/main" id="{1F92F7A6-0826-1FE4-6F5F-0A5263392AAF}"/>
                </a:ext>
              </a:extLst>
            </p:cNvPr>
            <p:cNvSpPr txBox="1"/>
            <p:nvPr/>
          </p:nvSpPr>
          <p:spPr>
            <a:xfrm>
              <a:off x="15073" y="6489596"/>
              <a:ext cx="263223" cy="2616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ok" panose="02000604040000020004" pitchFamily="50" charset="0"/>
                  <a:ea typeface="+mn-ea"/>
                  <a:cs typeface="+mn-cs"/>
                </a:rPr>
                <a:t>6</a:t>
              </a:r>
            </a:p>
          </p:txBody>
        </p:sp>
      </p:grpSp>
      <p:sp>
        <p:nvSpPr>
          <p:cNvPr id="22" name="Título 1">
            <a:extLst>
              <a:ext uri="{FF2B5EF4-FFF2-40B4-BE49-F238E27FC236}">
                <a16:creationId xmlns:a16="http://schemas.microsoft.com/office/drawing/2014/main" id="{53331EDC-2B0E-6359-47A7-183566E32F07}"/>
              </a:ext>
            </a:extLst>
          </p:cNvPr>
          <p:cNvSpPr txBox="1">
            <a:spLocks/>
          </p:cNvSpPr>
          <p:nvPr/>
        </p:nvSpPr>
        <p:spPr bwMode="auto">
          <a:xfrm>
            <a:off x="1494991" y="569556"/>
            <a:ext cx="9190565" cy="859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21920" tIns="60960" rIns="121920" bIns="60960" numCol="1" anchor="ctr" anchorCtr="0" compatLnSpc="1">
            <a:prstTxWarp prst="textNoShape">
              <a:avLst/>
            </a:prstTxWarp>
          </a:bodyPr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pt-BR" sz="2800" b="1" noProof="0" dirty="0">
                <a:solidFill>
                  <a:schemeClr val="accent1">
                    <a:lumMod val="75000"/>
                  </a:schemeClr>
                </a:solidFill>
                <a:latin typeface="Gotham Black" panose="02000604040000020004" pitchFamily="50" charset="0"/>
              </a:rPr>
              <a:t>Caracterização da solução do modelo</a:t>
            </a:r>
          </a:p>
          <a:p>
            <a:pPr defTabSz="914377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pt-BR" sz="3000" b="1" noProof="0" dirty="0">
              <a:solidFill>
                <a:schemeClr val="accent1">
                  <a:lumMod val="75000"/>
                </a:schemeClr>
              </a:solidFill>
              <a:latin typeface="Gotham Black" panose="02000604040000020004" pitchFamily="50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Marcador de contenido 2">
                <a:extLst>
                  <a:ext uri="{FF2B5EF4-FFF2-40B4-BE49-F238E27FC236}">
                    <a16:creationId xmlns:a16="http://schemas.microsoft.com/office/drawing/2014/main" id="{6DD32B08-5E7D-A192-C1F5-EB40CC3827C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14717" y="2117896"/>
                <a:ext cx="9762565" cy="288440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42900" algn="l" rtl="0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32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1pPr>
                <a:lvl2pPr marL="914400" marR="0" lvl="1" indent="-342900" algn="l" rtl="0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–"/>
                  <a:defRPr sz="2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2pPr>
                <a:lvl3pPr marL="1371600" marR="0" lvl="2" indent="-342900" algn="l" rtl="0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24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3pPr>
                <a:lvl4pPr marL="1828800" marR="0" lvl="3" indent="-342900" algn="l" rtl="0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–"/>
                  <a:defRPr sz="20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4pPr>
                <a:lvl5pPr marL="2286000" marR="0" lvl="4" indent="-342900" algn="l" rtl="0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»"/>
                  <a:defRPr sz="20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5pPr>
                <a:lvl6pPr marL="2743200" marR="0" lvl="5" indent="-342900" algn="l" rtl="0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20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6pPr>
                <a:lvl7pPr marL="3200400" marR="0" lvl="6" indent="-342900" algn="l" rtl="0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20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7pPr>
                <a:lvl8pPr marL="3657600" marR="0" lvl="7" indent="-342900" algn="l" rtl="0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20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8pPr>
                <a:lvl9pPr marL="4114800" marR="0" lvl="8" indent="-342900" algn="l" rtl="0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20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9pPr>
              </a:lstStyle>
              <a:p>
                <a:pPr marL="114300" indent="0" algn="just">
                  <a:spcBef>
                    <a:spcPts val="0"/>
                  </a:spcBef>
                  <a:spcAft>
                    <a:spcPts val="1200"/>
                  </a:spcAft>
                  <a:buClr>
                    <a:schemeClr val="accent1">
                      <a:lumMod val="75000"/>
                    </a:schemeClr>
                  </a:buClr>
                  <a:buNone/>
                </a:pPr>
                <a:endParaRPr lang="pt-BR" sz="160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otham Book" panose="02000604030000020004" pitchFamily="2" charset="0"/>
                </a:endParaRPr>
              </a:p>
              <a:p>
                <a:pPr marL="114300" indent="0" algn="just">
                  <a:spcBef>
                    <a:spcPts val="0"/>
                  </a:spcBef>
                  <a:spcAft>
                    <a:spcPts val="1200"/>
                  </a:spcAft>
                  <a:buClr>
                    <a:schemeClr val="accent1">
                      <a:lumMod val="75000"/>
                    </a:schemeClr>
                  </a:buClr>
                  <a:buNone/>
                </a:pPr>
                <a:r>
                  <a:rPr lang="pt-BR" sz="1600" noProof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Gotham Book" panose="02000604030000020004" pitchFamily="2" charset="0"/>
                  </a:rPr>
                  <a:t>Isto resolve o modelo?</a:t>
                </a:r>
              </a:p>
              <a:p>
                <a:pPr algn="just">
                  <a:spcBef>
                    <a:spcPts val="0"/>
                  </a:spcBef>
                  <a:spcAft>
                    <a:spcPts val="1200"/>
                  </a:spcAft>
                  <a:buClr>
                    <a:schemeClr val="accent1">
                      <a:lumMod val="75000"/>
                    </a:schemeClr>
                  </a:buClr>
                </a:pPr>
                <a:r>
                  <a:rPr lang="pt-BR" sz="1600" noProof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Gotham Book" panose="02000604030000020004" pitchFamily="2" charset="0"/>
                  </a:rPr>
                  <a:t>Não. Como é que resolvemos o modelo de crescimento neoclássico?</a:t>
                </a:r>
              </a:p>
              <a:p>
                <a:pPr algn="just">
                  <a:spcBef>
                    <a:spcPts val="0"/>
                  </a:spcBef>
                  <a:spcAft>
                    <a:spcPts val="1200"/>
                  </a:spcAft>
                  <a:buClr>
                    <a:schemeClr val="accent1">
                      <a:lumMod val="75000"/>
                    </a:schemeClr>
                  </a:buClr>
                </a:pPr>
                <a:r>
                  <a:rPr lang="pt-BR" sz="1600" noProof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Gotham Book" panose="02000604030000020004" pitchFamily="2" charset="0"/>
                  </a:rPr>
                  <a:t>Colocamos o modelo de uma forma recursiva que nos permite </a:t>
                </a:r>
                <a:r>
                  <a:rPr lang="pt-BR" sz="1600" noProof="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Gotham Book" panose="02000604030000020004" pitchFamily="2" charset="0"/>
                  </a:rPr>
                  <a:t>caraterizar</a:t>
                </a:r>
                <a:r>
                  <a:rPr lang="pt-BR" sz="1600" noProof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Gotham Book" panose="02000604030000020004" pitchFamily="2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pt-BR" sz="1600" b="0" i="1" noProof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pt-BR" sz="1600" b="0" i="1" noProof="0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pt-BR" sz="1600" b="0" i="1" noProof="0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sz="1600" b="0" i="1" noProof="0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pt-BR" sz="1600" b="0" i="1" noProof="0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pt-BR" sz="1600" b="0" i="1" noProof="0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pt-BR" sz="1600" b="0" i="1" noProof="0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sz="1600" b="0" i="1" noProof="0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pt-BR" sz="1600" b="0" i="1" noProof="0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pt-BR" sz="1600" b="0" i="1" noProof="0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pt-BR" sz="1600" b="0" i="1" noProof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pt-BR" sz="1600" b="0" i="1" noProof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</m:sSubSup>
                  </m:oMath>
                </a14:m>
                <a:r>
                  <a:rPr lang="pt-BR" sz="1600" noProof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Gotham Book" panose="02000604030000020004" pitchFamily="2" charset="0"/>
                  </a:rPr>
                  <a:t> por meio de: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1600" i="1" noProof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600" b="0" i="1" noProof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pt-BR" sz="1600" i="1" noProof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pt-BR" sz="160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otham Book" panose="02000604030000020004" pitchFamily="2" charset="0"/>
                </a:endParaRPr>
              </a:p>
              <a:p>
                <a:pPr marL="114300" indent="0" algn="just">
                  <a:spcBef>
                    <a:spcPts val="0"/>
                  </a:spcBef>
                  <a:spcAft>
                    <a:spcPts val="1200"/>
                  </a:spcAft>
                  <a:buClr>
                    <a:schemeClr val="accent1">
                      <a:lumMod val="75000"/>
                    </a:schemeClr>
                  </a:buClr>
                  <a:buNone/>
                </a:pPr>
                <a:endParaRPr lang="pt-BR" sz="160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otham Book" panose="02000604030000020004" pitchFamily="2" charset="0"/>
                </a:endParaRPr>
              </a:p>
              <a:p>
                <a:pPr algn="just">
                  <a:spcBef>
                    <a:spcPts val="0"/>
                  </a:spcBef>
                  <a:spcAft>
                    <a:spcPts val="1200"/>
                  </a:spcAft>
                  <a:buClr>
                    <a:schemeClr val="accent1">
                      <a:lumMod val="75000"/>
                    </a:schemeClr>
                  </a:buClr>
                </a:pPr>
                <a:endParaRPr lang="pt-BR" sz="160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otham Book" panose="02000604030000020004" pitchFamily="2" charset="0"/>
                </a:endParaRPr>
              </a:p>
              <a:p>
                <a:pPr algn="just">
                  <a:spcBef>
                    <a:spcPts val="0"/>
                  </a:spcBef>
                  <a:spcAft>
                    <a:spcPts val="1200"/>
                  </a:spcAft>
                  <a:buClr>
                    <a:schemeClr val="accent1">
                      <a:lumMod val="75000"/>
                    </a:schemeClr>
                  </a:buClr>
                </a:pPr>
                <a:endParaRPr lang="pt-BR" sz="160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otham Book" panose="02000604030000020004" pitchFamily="2" charset="0"/>
                </a:endParaRPr>
              </a:p>
              <a:p>
                <a:pPr algn="just">
                  <a:spcBef>
                    <a:spcPts val="0"/>
                  </a:spcBef>
                  <a:spcAft>
                    <a:spcPts val="1200"/>
                  </a:spcAft>
                  <a:buClr>
                    <a:schemeClr val="accent1">
                      <a:lumMod val="75000"/>
                    </a:schemeClr>
                  </a:buClr>
                </a:pPr>
                <a:endParaRPr lang="pt-BR" sz="160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otham Book" panose="02000604030000020004" pitchFamily="2" charset="0"/>
                </a:endParaRPr>
              </a:p>
              <a:p>
                <a:pPr algn="just">
                  <a:spcBef>
                    <a:spcPts val="0"/>
                  </a:spcBef>
                  <a:spcAft>
                    <a:spcPts val="1200"/>
                  </a:spcAft>
                  <a:buClr>
                    <a:schemeClr val="accent1">
                      <a:lumMod val="75000"/>
                    </a:schemeClr>
                  </a:buClr>
                </a:pPr>
                <a:endParaRPr lang="pt-BR" sz="160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otham Book" panose="02000604030000020004" pitchFamily="2" charset="0"/>
                </a:endParaRPr>
              </a:p>
              <a:p>
                <a:pPr algn="just">
                  <a:spcBef>
                    <a:spcPts val="0"/>
                  </a:spcBef>
                  <a:spcAft>
                    <a:spcPts val="1200"/>
                  </a:spcAft>
                  <a:buClr>
                    <a:schemeClr val="accent1">
                      <a:lumMod val="75000"/>
                    </a:schemeClr>
                  </a:buClr>
                </a:pPr>
                <a:endParaRPr lang="pt-BR" sz="160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otham Book" panose="02000604030000020004" pitchFamily="2" charset="0"/>
                </a:endParaRPr>
              </a:p>
              <a:p>
                <a:pPr marL="114300" indent="0" algn="just">
                  <a:spcBef>
                    <a:spcPts val="0"/>
                  </a:spcBef>
                  <a:spcAft>
                    <a:spcPts val="1200"/>
                  </a:spcAft>
                  <a:buClr>
                    <a:schemeClr val="accent1">
                      <a:lumMod val="75000"/>
                    </a:schemeClr>
                  </a:buClr>
                  <a:buNone/>
                </a:pPr>
                <a:r>
                  <a:rPr lang="pt-BR" sz="1600" noProof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Gotham Book" panose="02000604030000020004" pitchFamily="2" charset="0"/>
                  </a:rPr>
                  <a:t> </a:t>
                </a:r>
              </a:p>
              <a:p>
                <a:pPr algn="just">
                  <a:spcBef>
                    <a:spcPts val="0"/>
                  </a:spcBef>
                  <a:spcAft>
                    <a:spcPts val="1200"/>
                  </a:spcAft>
                  <a:buClr>
                    <a:schemeClr val="accent1">
                      <a:lumMod val="75000"/>
                    </a:schemeClr>
                  </a:buClr>
                </a:pPr>
                <a:endParaRPr lang="pt-BR" sz="160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otham Book" panose="02000604030000020004" pitchFamily="2" charset="0"/>
                </a:endParaRPr>
              </a:p>
            </p:txBody>
          </p:sp>
        </mc:Choice>
        <mc:Fallback xmlns="">
          <p:sp>
            <p:nvSpPr>
              <p:cNvPr id="27" name="Marcador de contenido 2">
                <a:extLst>
                  <a:ext uri="{FF2B5EF4-FFF2-40B4-BE49-F238E27FC236}">
                    <a16:creationId xmlns:a16="http://schemas.microsoft.com/office/drawing/2014/main" id="{6DD32B08-5E7D-A192-C1F5-EB40CC3827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4717" y="2117896"/>
                <a:ext cx="9762565" cy="288440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5">
            <a:extLst>
              <a:ext uri="{FF2B5EF4-FFF2-40B4-BE49-F238E27FC236}">
                <a16:creationId xmlns:a16="http://schemas.microsoft.com/office/drawing/2014/main" id="{D63A7019-089F-FA15-E0DA-7C9C7EFE4C68}"/>
              </a:ext>
            </a:extLst>
          </p:cNvPr>
          <p:cNvSpPr txBox="1"/>
          <p:nvPr/>
        </p:nvSpPr>
        <p:spPr>
          <a:xfrm>
            <a:off x="401933" y="168881"/>
            <a:ext cx="2901706" cy="2333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ts val="1100"/>
              </a:lnSpc>
              <a:defRPr/>
            </a:pPr>
            <a:r>
              <a:rPr lang="pt-BR" sz="1000" noProof="0" dirty="0">
                <a:solidFill>
                  <a:srgbClr val="4D4D4D"/>
                </a:solidFill>
                <a:latin typeface="Gotham Light" pitchFamily="50" charset="0"/>
                <a:cs typeface="Gotham Black" pitchFamily="50" charset="0"/>
              </a:rPr>
              <a:t>Solução</a:t>
            </a:r>
            <a:endParaRPr kumimoji="0" lang="pt-BR" sz="1000" b="1" i="0" u="none" strike="noStrike" kern="1200" cap="none" spc="0" normalizeH="0" baseline="0" noProof="0" dirty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Gotham Light" pitchFamily="50" charset="0"/>
              <a:ea typeface="+mn-ea"/>
              <a:cs typeface="Gotham Black" pitchFamily="50" charset="0"/>
            </a:endParaRP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F09E0068-0C98-E1CE-4374-B5AF49578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80550" y="6507601"/>
            <a:ext cx="401933" cy="208433"/>
          </a:xfrm>
          <a:solidFill>
            <a:srgbClr val="B4C7E7"/>
          </a:solidFill>
        </p:spPr>
        <p:txBody>
          <a:bodyPr/>
          <a:lstStyle/>
          <a:p>
            <a:pPr algn="ctr"/>
            <a:fld id="{EE745C5F-8F31-4318-ABF5-660B737895AE}" type="slidenum">
              <a:rPr lang="pt-BR" sz="1000" noProof="0" smtClean="0">
                <a:solidFill>
                  <a:schemeClr val="bg1"/>
                </a:solidFill>
                <a:latin typeface="Gotham Book" panose="02000604040000020004" pitchFamily="50" charset="0"/>
              </a:rPr>
              <a:pPr algn="ctr"/>
              <a:t>24</a:t>
            </a:fld>
            <a:endParaRPr lang="pt-BR" sz="1000" noProof="0" dirty="0">
              <a:solidFill>
                <a:schemeClr val="bg1"/>
              </a:solidFill>
              <a:latin typeface="Gotham Book" panose="02000604040000020004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3540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14D2D1F-9B27-5C89-1355-5B3387B959A7}"/>
              </a:ext>
            </a:extLst>
          </p:cNvPr>
          <p:cNvSpPr/>
          <p:nvPr/>
        </p:nvSpPr>
        <p:spPr>
          <a:xfrm>
            <a:off x="616180" y="3584199"/>
            <a:ext cx="2657962" cy="296330"/>
          </a:xfrm>
          <a:custGeom>
            <a:avLst/>
            <a:gdLst>
              <a:gd name="csX0" fmla="*/ 0 w 2657962"/>
              <a:gd name="csY0" fmla="*/ 0 h 296330"/>
              <a:gd name="csX1" fmla="*/ 2657962 w 2657962"/>
              <a:gd name="csY1" fmla="*/ 0 h 296330"/>
              <a:gd name="csX2" fmla="*/ 2657962 w 2657962"/>
              <a:gd name="csY2" fmla="*/ 296330 h 296330"/>
              <a:gd name="csX3" fmla="*/ 0 w 2657962"/>
              <a:gd name="csY3" fmla="*/ 296330 h 296330"/>
              <a:gd name="csX4" fmla="*/ 0 w 2657962"/>
              <a:gd name="csY4" fmla="*/ 0 h 29633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657962" h="296330" fill="none" extrusionOk="0">
                <a:moveTo>
                  <a:pt x="0" y="0"/>
                </a:moveTo>
                <a:cubicBezTo>
                  <a:pt x="981176" y="-109183"/>
                  <a:pt x="1474313" y="-163229"/>
                  <a:pt x="2657962" y="0"/>
                </a:cubicBezTo>
                <a:cubicBezTo>
                  <a:pt x="2663417" y="34486"/>
                  <a:pt x="2675577" y="233745"/>
                  <a:pt x="2657962" y="296330"/>
                </a:cubicBezTo>
                <a:cubicBezTo>
                  <a:pt x="1749823" y="238722"/>
                  <a:pt x="1144278" y="421221"/>
                  <a:pt x="0" y="296330"/>
                </a:cubicBezTo>
                <a:cubicBezTo>
                  <a:pt x="-9837" y="184205"/>
                  <a:pt x="206" y="69926"/>
                  <a:pt x="0" y="0"/>
                </a:cubicBezTo>
                <a:close/>
              </a:path>
              <a:path w="2657962" h="296330" stroke="0" extrusionOk="0">
                <a:moveTo>
                  <a:pt x="0" y="0"/>
                </a:moveTo>
                <a:cubicBezTo>
                  <a:pt x="1015585" y="-112441"/>
                  <a:pt x="2089715" y="65671"/>
                  <a:pt x="2657962" y="0"/>
                </a:cubicBezTo>
                <a:cubicBezTo>
                  <a:pt x="2682611" y="123424"/>
                  <a:pt x="2680549" y="264601"/>
                  <a:pt x="2657962" y="296330"/>
                </a:cubicBezTo>
                <a:cubicBezTo>
                  <a:pt x="1957400" y="324062"/>
                  <a:pt x="513023" y="135395"/>
                  <a:pt x="0" y="296330"/>
                </a:cubicBezTo>
                <a:cubicBezTo>
                  <a:pt x="-17871" y="205506"/>
                  <a:pt x="-25161" y="65157"/>
                  <a:pt x="0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31825359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27EA2D6-94E8-02F4-2045-E51E5991C57B}"/>
              </a:ext>
            </a:extLst>
          </p:cNvPr>
          <p:cNvSpPr txBox="1"/>
          <p:nvPr/>
        </p:nvSpPr>
        <p:spPr>
          <a:xfrm>
            <a:off x="616180" y="2814758"/>
            <a:ext cx="753303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pt-BR" sz="4400" b="1" spc="300" noProof="0" dirty="0">
                <a:solidFill>
                  <a:schemeClr val="accent1">
                    <a:lumMod val="75000"/>
                  </a:schemeClr>
                </a:solidFill>
                <a:latin typeface="Gotham Bold" panose="02000604030000020004" pitchFamily="2" charset="0"/>
                <a:cs typeface="Arial" panose="020B0604020202020204" pitchFamily="34" charset="0"/>
              </a:rPr>
              <a:t>Programação</a:t>
            </a:r>
            <a:endParaRPr kumimoji="0" lang="pt-BR" sz="3200" b="1" u="none" strike="noStrike" kern="1200" cap="none" spc="30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latin typeface="Gotham Book" panose="02000604040000020004" pitchFamily="50" charset="0"/>
              <a:cs typeface="Arial" panose="020B0604020202020204" pitchFamily="34" charset="0"/>
            </a:endParaRPr>
          </a:p>
        </p:txBody>
      </p:sp>
      <p:pic>
        <p:nvPicPr>
          <p:cNvPr id="2" name="Imagen 89">
            <a:extLst>
              <a:ext uri="{FF2B5EF4-FFF2-40B4-BE49-F238E27FC236}">
                <a16:creationId xmlns:a16="http://schemas.microsoft.com/office/drawing/2014/main" id="{6E9B8791-2F98-F2A8-671E-D28C5BE991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8336" y="6350242"/>
            <a:ext cx="780356" cy="365792"/>
          </a:xfrm>
          <a:prstGeom prst="rect">
            <a:avLst/>
          </a:prstGeom>
        </p:spPr>
      </p:pic>
      <p:grpSp>
        <p:nvGrpSpPr>
          <p:cNvPr id="4" name="Grupo 83">
            <a:extLst>
              <a:ext uri="{FF2B5EF4-FFF2-40B4-BE49-F238E27FC236}">
                <a16:creationId xmlns:a16="http://schemas.microsoft.com/office/drawing/2014/main" id="{4B86F24B-F19B-424A-05CD-E199A9564F81}"/>
              </a:ext>
            </a:extLst>
          </p:cNvPr>
          <p:cNvGrpSpPr/>
          <p:nvPr/>
        </p:nvGrpSpPr>
        <p:grpSpPr>
          <a:xfrm>
            <a:off x="0" y="6457233"/>
            <a:ext cx="401934" cy="326337"/>
            <a:chOff x="0" y="6457233"/>
            <a:chExt cx="401934" cy="326337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6" name="Rectángulo redondeado 1">
              <a:extLst>
                <a:ext uri="{FF2B5EF4-FFF2-40B4-BE49-F238E27FC236}">
                  <a16:creationId xmlns:a16="http://schemas.microsoft.com/office/drawing/2014/main" id="{B7A2D710-D3A6-A5D5-4A59-89C08CEE5C43}"/>
                </a:ext>
              </a:extLst>
            </p:cNvPr>
            <p:cNvSpPr/>
            <p:nvPr/>
          </p:nvSpPr>
          <p:spPr>
            <a:xfrm>
              <a:off x="0" y="6457233"/>
              <a:ext cx="401934" cy="326337"/>
            </a:xfrm>
            <a:prstGeom prst="flowChartDelay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" name="CuadroTexto 85">
              <a:extLst>
                <a:ext uri="{FF2B5EF4-FFF2-40B4-BE49-F238E27FC236}">
                  <a16:creationId xmlns:a16="http://schemas.microsoft.com/office/drawing/2014/main" id="{AB503DD8-8D97-6C9C-B32C-C7528CD48A01}"/>
                </a:ext>
              </a:extLst>
            </p:cNvPr>
            <p:cNvSpPr txBox="1"/>
            <p:nvPr/>
          </p:nvSpPr>
          <p:spPr>
            <a:xfrm>
              <a:off x="15073" y="6489596"/>
              <a:ext cx="263223" cy="2616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ok" panose="02000604040000020004" pitchFamily="50" charset="0"/>
                  <a:ea typeface="+mn-ea"/>
                  <a:cs typeface="+mn-cs"/>
                </a:rPr>
                <a:t>6</a:t>
              </a:r>
            </a:p>
          </p:txBody>
        </p:sp>
      </p:grp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1520BE79-A7CB-E443-559D-0F4FCA53F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507601"/>
            <a:ext cx="346933" cy="206295"/>
          </a:xfrm>
          <a:solidFill>
            <a:srgbClr val="B4C7E7"/>
          </a:solidFill>
        </p:spPr>
        <p:txBody>
          <a:bodyPr/>
          <a:lstStyle/>
          <a:p>
            <a:pPr algn="ctr"/>
            <a:fld id="{EE745C5F-8F31-4318-ABF5-660B737895AE}" type="slidenum">
              <a:rPr lang="pt-BR" sz="1000" noProof="0" smtClean="0">
                <a:solidFill>
                  <a:schemeClr val="bg1"/>
                </a:solidFill>
                <a:latin typeface="Gotham Book" panose="02000604040000020004" pitchFamily="50" charset="0"/>
              </a:rPr>
              <a:pPr algn="ctr"/>
              <a:t>25</a:t>
            </a:fld>
            <a:endParaRPr lang="pt-BR" sz="1000" noProof="0" dirty="0">
              <a:solidFill>
                <a:schemeClr val="bg1"/>
              </a:solidFill>
              <a:latin typeface="Gotham Book" panose="02000604040000020004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5133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89">
            <a:extLst>
              <a:ext uri="{FF2B5EF4-FFF2-40B4-BE49-F238E27FC236}">
                <a16:creationId xmlns:a16="http://schemas.microsoft.com/office/drawing/2014/main" id="{5FED718F-9803-800A-F258-487CD4CACD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8336" y="6350242"/>
            <a:ext cx="780356" cy="365792"/>
          </a:xfrm>
          <a:prstGeom prst="rect">
            <a:avLst/>
          </a:prstGeom>
        </p:spPr>
      </p:pic>
      <p:sp>
        <p:nvSpPr>
          <p:cNvPr id="7" name="Rectángulo 5">
            <a:extLst>
              <a:ext uri="{FF2B5EF4-FFF2-40B4-BE49-F238E27FC236}">
                <a16:creationId xmlns:a16="http://schemas.microsoft.com/office/drawing/2014/main" id="{E0388FD9-EC60-F5FE-0362-6544841E372E}"/>
              </a:ext>
            </a:extLst>
          </p:cNvPr>
          <p:cNvSpPr/>
          <p:nvPr/>
        </p:nvSpPr>
        <p:spPr>
          <a:xfrm>
            <a:off x="346933" y="144104"/>
            <a:ext cx="55001" cy="42401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2" name="Grupo 83">
            <a:extLst>
              <a:ext uri="{FF2B5EF4-FFF2-40B4-BE49-F238E27FC236}">
                <a16:creationId xmlns:a16="http://schemas.microsoft.com/office/drawing/2014/main" id="{A4E3474D-8474-798A-0E6D-916DAC09142C}"/>
              </a:ext>
            </a:extLst>
          </p:cNvPr>
          <p:cNvGrpSpPr/>
          <p:nvPr/>
        </p:nvGrpSpPr>
        <p:grpSpPr>
          <a:xfrm>
            <a:off x="0" y="6457233"/>
            <a:ext cx="401934" cy="326337"/>
            <a:chOff x="0" y="6457233"/>
            <a:chExt cx="401934" cy="326337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13" name="Rectángulo redondeado 1">
              <a:extLst>
                <a:ext uri="{FF2B5EF4-FFF2-40B4-BE49-F238E27FC236}">
                  <a16:creationId xmlns:a16="http://schemas.microsoft.com/office/drawing/2014/main" id="{2E36149E-4F40-CC2F-C619-7D35A4F6D6C9}"/>
                </a:ext>
              </a:extLst>
            </p:cNvPr>
            <p:cNvSpPr/>
            <p:nvPr/>
          </p:nvSpPr>
          <p:spPr>
            <a:xfrm>
              <a:off x="0" y="6457233"/>
              <a:ext cx="401934" cy="326337"/>
            </a:xfrm>
            <a:prstGeom prst="flowChartDelay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CuadroTexto 85">
              <a:extLst>
                <a:ext uri="{FF2B5EF4-FFF2-40B4-BE49-F238E27FC236}">
                  <a16:creationId xmlns:a16="http://schemas.microsoft.com/office/drawing/2014/main" id="{1F92F7A6-0826-1FE4-6F5F-0A5263392AAF}"/>
                </a:ext>
              </a:extLst>
            </p:cNvPr>
            <p:cNvSpPr txBox="1"/>
            <p:nvPr/>
          </p:nvSpPr>
          <p:spPr>
            <a:xfrm>
              <a:off x="15073" y="6489596"/>
              <a:ext cx="263223" cy="2616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ok" panose="02000604040000020004" pitchFamily="50" charset="0"/>
                  <a:ea typeface="+mn-ea"/>
                  <a:cs typeface="+mn-cs"/>
                </a:rPr>
                <a:t>6</a:t>
              </a:r>
            </a:p>
          </p:txBody>
        </p:sp>
      </p:grpSp>
      <p:sp>
        <p:nvSpPr>
          <p:cNvPr id="17" name="Slide Number Placeholder 13">
            <a:extLst>
              <a:ext uri="{FF2B5EF4-FFF2-40B4-BE49-F238E27FC236}">
                <a16:creationId xmlns:a16="http://schemas.microsoft.com/office/drawing/2014/main" id="{78E6E173-70F3-B323-4B2B-D770A930D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80550" y="6507601"/>
            <a:ext cx="401934" cy="208433"/>
          </a:xfrm>
          <a:solidFill>
            <a:srgbClr val="B4C7E7"/>
          </a:solidFill>
        </p:spPr>
        <p:txBody>
          <a:bodyPr/>
          <a:lstStyle/>
          <a:p>
            <a:fld id="{EE745C5F-8F31-4318-ABF5-660B737895AE}" type="slidenum">
              <a:rPr lang="pt-BR" sz="1000" noProof="0" smtClean="0">
                <a:solidFill>
                  <a:schemeClr val="bg1"/>
                </a:solidFill>
                <a:latin typeface="Gotham Book" panose="02000604040000020004" pitchFamily="50" charset="0"/>
              </a:rPr>
              <a:t>26</a:t>
            </a:fld>
            <a:endParaRPr lang="pt-BR" sz="1000" noProof="0" dirty="0">
              <a:solidFill>
                <a:schemeClr val="bg1"/>
              </a:solidFill>
              <a:latin typeface="Gotham Book" panose="02000604040000020004" pitchFamily="50" charset="0"/>
            </a:endParaRPr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935D77AE-971F-B7FE-8400-6A3C4B9F7D0C}"/>
              </a:ext>
            </a:extLst>
          </p:cNvPr>
          <p:cNvSpPr txBox="1"/>
          <p:nvPr/>
        </p:nvSpPr>
        <p:spPr>
          <a:xfrm>
            <a:off x="401934" y="168881"/>
            <a:ext cx="1300645" cy="3744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000" noProof="0" dirty="0">
                <a:solidFill>
                  <a:srgbClr val="4D4D4D"/>
                </a:solidFill>
                <a:latin typeface="Gotham Light" pitchFamily="50" charset="0"/>
                <a:cs typeface="Gotham Black" pitchFamily="50" charset="0"/>
              </a:rPr>
              <a:t>Programação</a:t>
            </a:r>
          </a:p>
          <a:p>
            <a:pPr lvl="0">
              <a:lnSpc>
                <a:spcPts val="1100"/>
              </a:lnSpc>
              <a:defRPr/>
            </a:pPr>
            <a:r>
              <a:rPr kumimoji="0" lang="pt-BR" sz="1000" b="1" i="0" u="none" strike="noStrike" kern="1200" cap="none" spc="0" normalizeH="0" baseline="0" noProof="0" dirty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Gotham Light" pitchFamily="50" charset="0"/>
                <a:ea typeface="+mn-ea"/>
                <a:cs typeface="Gotham Black" pitchFamily="50" charset="0"/>
              </a:rPr>
              <a:t>Modelo Ramsey</a:t>
            </a: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DB1F164F-8008-1F73-AC8C-6AEFA973ABF1}"/>
              </a:ext>
            </a:extLst>
          </p:cNvPr>
          <p:cNvSpPr txBox="1"/>
          <p:nvPr/>
        </p:nvSpPr>
        <p:spPr>
          <a:xfrm>
            <a:off x="921659" y="2171077"/>
            <a:ext cx="7818928" cy="309518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s-CO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s-CO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c k w r A y;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6DE96571-AF16-C5B0-36C3-DE12EE65C3EB}"/>
              </a:ext>
            </a:extLst>
          </p:cNvPr>
          <p:cNvSpPr txBox="1">
            <a:spLocks/>
          </p:cNvSpPr>
          <p:nvPr/>
        </p:nvSpPr>
        <p:spPr>
          <a:xfrm>
            <a:off x="838200" y="552389"/>
            <a:ext cx="10515600" cy="11122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800" b="1" noProof="0" dirty="0">
                <a:solidFill>
                  <a:schemeClr val="accent1">
                    <a:lumMod val="75000"/>
                  </a:schemeClr>
                </a:solidFill>
                <a:latin typeface="Gotham Black" panose="02000604040000020004" pitchFamily="50" charset="0"/>
                <a:cs typeface="Arial" panose="020B0604020202020204" pitchFamily="34" charset="0"/>
              </a:rPr>
              <a:t>Declaração de variáveis e parâmetros</a:t>
            </a:r>
            <a:br>
              <a:rPr lang="pt-BR" sz="2800" b="1" noProof="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1800" noProof="0" dirty="0">
                <a:solidFill>
                  <a:schemeClr val="bg1">
                    <a:lumMod val="50000"/>
                  </a:schemeClr>
                </a:solidFill>
                <a:latin typeface="Gotham Light" pitchFamily="50" charset="0"/>
                <a:cs typeface="Arial" panose="020B0604020202020204" pitchFamily="34" charset="0"/>
              </a:rPr>
              <a:t>Programação</a:t>
            </a:r>
            <a:endParaRPr lang="pt-BR" sz="2800" i="1" noProof="0" dirty="0">
              <a:latin typeface="Gotham Light" pitchFamily="50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ángulo 4">
                <a:extLst>
                  <a:ext uri="{FF2B5EF4-FFF2-40B4-BE49-F238E27FC236}">
                    <a16:creationId xmlns:a16="http://schemas.microsoft.com/office/drawing/2014/main" id="{32BB3993-C3B4-9A3C-425B-EF70321B763F}"/>
                  </a:ext>
                </a:extLst>
              </p:cNvPr>
              <p:cNvSpPr/>
              <p:nvPr/>
            </p:nvSpPr>
            <p:spPr>
              <a:xfrm>
                <a:off x="838200" y="1763946"/>
                <a:ext cx="10855362" cy="30777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spcBef>
                    <a:spcPts val="600"/>
                  </a:spcBef>
                  <a:buClr>
                    <a:schemeClr val="accent1">
                      <a:lumMod val="75000"/>
                    </a:schemeClr>
                  </a:buClr>
                </a:pPr>
                <a:r>
                  <a:rPr lang="pt-BR" sz="1400" noProof="0" dirty="0">
                    <a:solidFill>
                      <a:schemeClr val="accent1">
                        <a:lumMod val="75000"/>
                      </a:schemeClr>
                    </a:solidFill>
                    <a:latin typeface="Gotham Book" panose="02000604040000020004" pitchFamily="50" charset="0"/>
                  </a:rPr>
                  <a:t>Declaração de variáveis endógenas: consumo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1400" b="0" i="1" noProof="0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400" b="0" i="1" noProof="0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pt-BR" sz="1400" b="0" i="1" noProof="0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pt-BR" sz="1400" i="1" noProof="0" dirty="0">
                    <a:solidFill>
                      <a:schemeClr val="accent1">
                        <a:lumMod val="75000"/>
                      </a:schemeClr>
                    </a:solidFill>
                    <a:latin typeface="Gotham Book" panose="02000604040000020004" pitchFamily="50" charset="0"/>
                  </a:rPr>
                  <a:t>, </a:t>
                </a:r>
                <a:r>
                  <a:rPr lang="pt-BR" sz="1400" noProof="0" dirty="0">
                    <a:solidFill>
                      <a:schemeClr val="accent1">
                        <a:lumMod val="75000"/>
                      </a:schemeClr>
                    </a:solidFill>
                    <a:latin typeface="Gotham Book" panose="02000604040000020004" pitchFamily="50" charset="0"/>
                  </a:rPr>
                  <a:t>capital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1400" b="0" i="1" noProof="0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400" b="0" i="1" noProof="0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pt-BR" sz="1400" b="0" i="1" noProof="0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pt-BR" sz="1400" i="1" noProof="0" dirty="0">
                    <a:solidFill>
                      <a:schemeClr val="accent1">
                        <a:lumMod val="75000"/>
                      </a:schemeClr>
                    </a:solidFill>
                    <a:latin typeface="Gotham Book" panose="02000604040000020004" pitchFamily="50" charset="0"/>
                  </a:rPr>
                  <a:t>, </a:t>
                </a:r>
                <a:r>
                  <a:rPr lang="pt-BR" sz="1400" noProof="0" dirty="0">
                    <a:solidFill>
                      <a:schemeClr val="accent1">
                        <a:lumMod val="75000"/>
                      </a:schemeClr>
                    </a:solidFill>
                    <a:latin typeface="Gotham Book" panose="02000604040000020004" pitchFamily="50" charset="0"/>
                  </a:rPr>
                  <a:t>salários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1400" b="0" i="1" noProof="0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400" b="0" i="1" noProof="0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pt-BR" sz="1400" b="0" i="1" noProof="0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pt-BR" sz="1400" i="1" noProof="0" dirty="0">
                    <a:solidFill>
                      <a:schemeClr val="accent1">
                        <a:lumMod val="75000"/>
                      </a:schemeClr>
                    </a:solidFill>
                    <a:latin typeface="Gotham Book" panose="02000604040000020004" pitchFamily="50" charset="0"/>
                  </a:rPr>
                  <a:t>, </a:t>
                </a:r>
                <a:r>
                  <a:rPr lang="pt-BR" sz="1400" noProof="0" dirty="0">
                    <a:solidFill>
                      <a:schemeClr val="accent1">
                        <a:lumMod val="75000"/>
                      </a:schemeClr>
                    </a:solidFill>
                    <a:latin typeface="Gotham Book" panose="02000604040000020004" pitchFamily="50" charset="0"/>
                  </a:rPr>
                  <a:t>renda de capital </a:t>
                </a:r>
                <a14:m>
                  <m:oMath xmlns:m="http://schemas.openxmlformats.org/officeDocument/2006/math">
                    <m:r>
                      <a:rPr lang="pt-BR" sz="1400" b="0" i="1" noProof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pt-BR" sz="1400" i="1" noProof="0" dirty="0">
                    <a:solidFill>
                      <a:schemeClr val="accent1">
                        <a:lumMod val="75000"/>
                      </a:schemeClr>
                    </a:solidFill>
                    <a:latin typeface="Gotham Book" panose="02000604040000020004" pitchFamily="50" charset="0"/>
                  </a:rPr>
                  <a:t>, </a:t>
                </a:r>
                <a:r>
                  <a:rPr lang="pt-BR" sz="1400" noProof="0" dirty="0">
                    <a:solidFill>
                      <a:schemeClr val="accent1">
                        <a:lumMod val="75000"/>
                      </a:schemeClr>
                    </a:solidFill>
                    <a:latin typeface="Gotham Book" panose="02000604040000020004" pitchFamily="50" charset="0"/>
                  </a:rPr>
                  <a:t>produtividade</a:t>
                </a:r>
                <a:r>
                  <a:rPr lang="pt-BR" sz="1400" i="1" noProof="0" dirty="0">
                    <a:solidFill>
                      <a:schemeClr val="accent1">
                        <a:lumMod val="75000"/>
                      </a:schemeClr>
                    </a:solidFill>
                    <a:latin typeface="Gotham Book" panose="02000604040000020004" pitchFamily="50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1400" b="0" i="1" noProof="0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400" b="0" i="1" noProof="0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pt-BR" sz="1400" b="0" i="1" noProof="0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pt-BR" sz="1400" i="1" noProof="0" dirty="0">
                    <a:solidFill>
                      <a:schemeClr val="accent1">
                        <a:lumMod val="75000"/>
                      </a:schemeClr>
                    </a:solidFill>
                    <a:latin typeface="Gotham Book" panose="02000604040000020004" pitchFamily="50" charset="0"/>
                  </a:rPr>
                  <a:t>, </a:t>
                </a:r>
                <a:r>
                  <a:rPr lang="pt-BR" sz="1400" noProof="0" dirty="0">
                    <a:solidFill>
                      <a:schemeClr val="accent1">
                        <a:lumMod val="75000"/>
                      </a:schemeClr>
                    </a:solidFill>
                    <a:latin typeface="Gotham Book" panose="02000604040000020004" pitchFamily="50" charset="0"/>
                  </a:rPr>
                  <a:t>produto</a:t>
                </a:r>
                <a:r>
                  <a:rPr lang="pt-BR" sz="1400" i="1" noProof="0" dirty="0">
                    <a:solidFill>
                      <a:schemeClr val="accent1">
                        <a:lumMod val="75000"/>
                      </a:schemeClr>
                    </a:solidFill>
                    <a:latin typeface="Gotham Book" panose="02000604040000020004" pitchFamily="50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1400" b="0" i="1" noProof="0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400" b="0" i="1" noProof="0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pt-BR" sz="1400" b="0" i="1" noProof="0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pt-BR" sz="1400" i="1" noProof="0" dirty="0">
                    <a:solidFill>
                      <a:schemeClr val="accent1">
                        <a:lumMod val="75000"/>
                      </a:schemeClr>
                    </a:solidFill>
                    <a:latin typeface="Gotham Book" panose="02000604040000020004" pitchFamily="50" charset="0"/>
                  </a:rPr>
                  <a:t> </a:t>
                </a:r>
              </a:p>
            </p:txBody>
          </p:sp>
        </mc:Choice>
        <mc:Fallback xmlns="">
          <p:sp>
            <p:nvSpPr>
              <p:cNvPr id="5" name="Rectángulo 4">
                <a:extLst>
                  <a:ext uri="{FF2B5EF4-FFF2-40B4-BE49-F238E27FC236}">
                    <a16:creationId xmlns:a16="http://schemas.microsoft.com/office/drawing/2014/main" id="{32BB3993-C3B4-9A3C-425B-EF70321B763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763946"/>
                <a:ext cx="10855362" cy="307777"/>
              </a:xfrm>
              <a:prstGeom prst="rect">
                <a:avLst/>
              </a:prstGeom>
              <a:blipFill>
                <a:blip r:embed="rId4"/>
                <a:stretch>
                  <a:fillRect l="-169" t="-1961" b="-19608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uadroTexto 2">
            <a:extLst>
              <a:ext uri="{FF2B5EF4-FFF2-40B4-BE49-F238E27FC236}">
                <a16:creationId xmlns:a16="http://schemas.microsoft.com/office/drawing/2014/main" id="{EA1B5D89-1386-EFC3-802B-A3561E54B363}"/>
              </a:ext>
            </a:extLst>
          </p:cNvPr>
          <p:cNvSpPr txBox="1"/>
          <p:nvPr/>
        </p:nvSpPr>
        <p:spPr>
          <a:xfrm>
            <a:off x="921659" y="3185790"/>
            <a:ext cx="7818928" cy="309518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s-CO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varexo</a:t>
            </a:r>
            <a:r>
              <a:rPr lang="es-CO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CO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e_A</a:t>
            </a:r>
            <a:r>
              <a:rPr lang="es-CO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ángulo 9">
                <a:extLst>
                  <a:ext uri="{FF2B5EF4-FFF2-40B4-BE49-F238E27FC236}">
                    <a16:creationId xmlns:a16="http://schemas.microsoft.com/office/drawing/2014/main" id="{6A1FE8EE-AE17-8A50-912B-34A7C069AB93}"/>
                  </a:ext>
                </a:extLst>
              </p:cNvPr>
              <p:cNvSpPr/>
              <p:nvPr/>
            </p:nvSpPr>
            <p:spPr>
              <a:xfrm>
                <a:off x="838200" y="2711865"/>
                <a:ext cx="10432141" cy="31181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spcBef>
                    <a:spcPts val="600"/>
                  </a:spcBef>
                  <a:buClr>
                    <a:schemeClr val="accent1">
                      <a:lumMod val="75000"/>
                    </a:schemeClr>
                  </a:buClr>
                </a:pPr>
                <a:r>
                  <a:rPr lang="pt-BR" sz="1400" noProof="0" dirty="0">
                    <a:solidFill>
                      <a:schemeClr val="accent1">
                        <a:lumMod val="75000"/>
                      </a:schemeClr>
                    </a:solidFill>
                    <a:latin typeface="Gotham Book" panose="02000604040000020004" pitchFamily="50" charset="0"/>
                  </a:rPr>
                  <a:t>Declaração de variáveis exógenas: choque de produtividade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pt-BR" sz="1400" b="0" i="1" noProof="0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pt-BR" sz="1400" b="0" i="1" noProof="0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pt-BR" sz="1400" b="0" i="1" noProof="0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pt-BR" sz="1400" b="0" i="1" noProof="0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p>
                    </m:sSubSup>
                    <m:r>
                      <a:rPr lang="pt-BR" sz="1400" b="0" i="1" noProof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r>
                      <a:rPr lang="pt-BR" sz="1400" b="0" i="1" noProof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𝒩</m:t>
                    </m:r>
                    <m:r>
                      <a:rPr lang="pt-BR" sz="1400" b="0" i="1" noProof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(0, </m:t>
                    </m:r>
                    <m:sSubSup>
                      <m:sSubSupPr>
                        <m:ctrlPr>
                          <a:rPr lang="pt-BR" sz="1400" b="0" i="1" noProof="0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pt-BR" sz="1400" b="0" i="1" noProof="0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pt-BR" sz="1400" b="0" i="1" noProof="0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sub>
                      <m:sup>
                        <m:r>
                          <a:rPr lang="pt-BR" sz="1400" b="0" i="1" noProof="0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pt-BR" sz="1400" b="0" i="1" noProof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1400" noProof="0" dirty="0">
                    <a:solidFill>
                      <a:schemeClr val="accent1">
                        <a:lumMod val="75000"/>
                      </a:schemeClr>
                    </a:solidFill>
                    <a:latin typeface="Gotham Book" panose="02000604040000020004" pitchFamily="50" charset="0"/>
                  </a:rPr>
                  <a:t> </a:t>
                </a:r>
                <a:endParaRPr lang="pt-BR" sz="1400" i="1" noProof="0" dirty="0">
                  <a:solidFill>
                    <a:schemeClr val="accent1">
                      <a:lumMod val="75000"/>
                    </a:schemeClr>
                  </a:solidFill>
                  <a:latin typeface="Gotham Book" panose="02000604040000020004" pitchFamily="50" charset="0"/>
                </a:endParaRPr>
              </a:p>
            </p:txBody>
          </p:sp>
        </mc:Choice>
        <mc:Fallback xmlns="">
          <p:sp>
            <p:nvSpPr>
              <p:cNvPr id="10" name="Rectángulo 9">
                <a:extLst>
                  <a:ext uri="{FF2B5EF4-FFF2-40B4-BE49-F238E27FC236}">
                    <a16:creationId xmlns:a16="http://schemas.microsoft.com/office/drawing/2014/main" id="{6A1FE8EE-AE17-8A50-912B-34A7C069AB9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711865"/>
                <a:ext cx="10432141" cy="311817"/>
              </a:xfrm>
              <a:prstGeom prst="rect">
                <a:avLst/>
              </a:prstGeom>
              <a:blipFill>
                <a:blip r:embed="rId5"/>
                <a:stretch>
                  <a:fillRect l="-175" t="-1961" b="-19608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ángulo 14">
                <a:extLst>
                  <a:ext uri="{FF2B5EF4-FFF2-40B4-BE49-F238E27FC236}">
                    <a16:creationId xmlns:a16="http://schemas.microsoft.com/office/drawing/2014/main" id="{3A620A33-9EA4-E900-8202-B5741D28D65D}"/>
                  </a:ext>
                </a:extLst>
              </p:cNvPr>
              <p:cNvSpPr/>
              <p:nvPr/>
            </p:nvSpPr>
            <p:spPr>
              <a:xfrm>
                <a:off x="838200" y="3728035"/>
                <a:ext cx="10432141" cy="30777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spcBef>
                    <a:spcPts val="600"/>
                  </a:spcBef>
                  <a:buClr>
                    <a:schemeClr val="accent1">
                      <a:lumMod val="75000"/>
                    </a:schemeClr>
                  </a:buClr>
                </a:pPr>
                <a:r>
                  <a:rPr lang="pt-BR" sz="1400" noProof="0" dirty="0">
                    <a:solidFill>
                      <a:schemeClr val="accent1">
                        <a:lumMod val="75000"/>
                      </a:schemeClr>
                    </a:solidFill>
                    <a:latin typeface="Gotham Book" panose="02000604040000020004" pitchFamily="50" charset="0"/>
                  </a:rPr>
                  <a:t>Declaração de parâmetros </a:t>
                </a:r>
                <a14:m>
                  <m:oMath xmlns:m="http://schemas.openxmlformats.org/officeDocument/2006/math">
                    <m:r>
                      <a:rPr lang="pt-BR" sz="1400" b="0" i="1" noProof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pt-BR" sz="1400" i="1" noProof="0" dirty="0">
                    <a:solidFill>
                      <a:schemeClr val="accent1">
                        <a:lumMod val="75000"/>
                      </a:schemeClr>
                    </a:solidFill>
                    <a:latin typeface="Gotham Book" panose="02000604040000020004" pitchFamily="50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pt-BR" sz="1400" b="0" i="1" noProof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pt-BR" sz="1400" i="1" noProof="0" dirty="0">
                    <a:solidFill>
                      <a:schemeClr val="accent1">
                        <a:lumMod val="75000"/>
                      </a:schemeClr>
                    </a:solidFill>
                    <a:latin typeface="Gotham Book" panose="02000604040000020004" pitchFamily="50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pt-BR" sz="1400" b="0" i="1" noProof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pt-BR" sz="1400" i="1" noProof="0" dirty="0">
                    <a:solidFill>
                      <a:schemeClr val="accent1">
                        <a:lumMod val="75000"/>
                      </a:schemeClr>
                    </a:solidFill>
                    <a:latin typeface="Gotham Book" panose="02000604040000020004" pitchFamily="50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pt-BR" sz="1400" b="0" i="1" noProof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pt-BR" sz="1400" i="1" noProof="0" dirty="0">
                    <a:solidFill>
                      <a:schemeClr val="accent1">
                        <a:lumMod val="75000"/>
                      </a:schemeClr>
                    </a:solidFill>
                    <a:latin typeface="Gotham Book" panose="02000604040000020004" pitchFamily="50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pt-BR" sz="1400" b="0" i="1" noProof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pt-BR" sz="1400" i="1" noProof="0" dirty="0">
                    <a:solidFill>
                      <a:schemeClr val="accent1">
                        <a:lumMod val="75000"/>
                      </a:schemeClr>
                    </a:solidFill>
                    <a:latin typeface="Gotham Book" panose="02000604040000020004" pitchFamily="50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1400" b="0" i="1" noProof="0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400" b="0" i="1" noProof="0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pt-BR" sz="1400" b="0" i="1" noProof="0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𝑠𝑠</m:t>
                        </m:r>
                      </m:sub>
                    </m:sSub>
                  </m:oMath>
                </a14:m>
                <a:r>
                  <a:rPr lang="pt-BR" sz="1400" i="1" noProof="0" dirty="0">
                    <a:solidFill>
                      <a:schemeClr val="accent1">
                        <a:lumMod val="75000"/>
                      </a:schemeClr>
                    </a:solidFill>
                    <a:latin typeface="Gotham Book" panose="02000604040000020004" pitchFamily="50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1400" b="0" i="1" noProof="0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400" b="0" i="1" noProof="0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pt-BR" sz="1400" b="0" i="1" noProof="0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𝑠𝑠</m:t>
                        </m:r>
                      </m:sub>
                    </m:sSub>
                  </m:oMath>
                </a14:m>
                <a:r>
                  <a:rPr lang="pt-BR" sz="1400" i="1" noProof="0" dirty="0">
                    <a:solidFill>
                      <a:schemeClr val="accent1">
                        <a:lumMod val="75000"/>
                      </a:schemeClr>
                    </a:solidFill>
                    <a:latin typeface="Gotham Book" panose="02000604040000020004" pitchFamily="50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1400" b="0" i="1" noProof="0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400" b="0" i="1" noProof="0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pt-BR" sz="1400" b="0" i="1" noProof="0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𝑠𝑠</m:t>
                        </m:r>
                      </m:sub>
                    </m:sSub>
                  </m:oMath>
                </a14:m>
                <a:r>
                  <a:rPr lang="pt-BR" sz="1400" i="1" noProof="0" dirty="0">
                    <a:solidFill>
                      <a:schemeClr val="accent1">
                        <a:lumMod val="75000"/>
                      </a:schemeClr>
                    </a:solidFill>
                    <a:latin typeface="Gotham Book" panose="02000604040000020004" pitchFamily="50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1400" b="0" i="1" noProof="0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400" b="0" i="1" noProof="0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pt-BR" sz="1400" b="0" i="1" noProof="0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𝑠𝑠</m:t>
                        </m:r>
                      </m:sub>
                    </m:sSub>
                  </m:oMath>
                </a14:m>
                <a:r>
                  <a:rPr lang="pt-BR" sz="1400" i="1" noProof="0" dirty="0">
                    <a:solidFill>
                      <a:schemeClr val="accent1">
                        <a:lumMod val="75000"/>
                      </a:schemeClr>
                    </a:solidFill>
                    <a:latin typeface="Gotham Book" panose="02000604040000020004" pitchFamily="50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1400" b="0" i="1" noProof="0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400" b="0" i="1" noProof="0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pt-BR" sz="1400" b="0" i="1" noProof="0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𝑠𝑠</m:t>
                        </m:r>
                      </m:sub>
                    </m:sSub>
                  </m:oMath>
                </a14:m>
                <a:r>
                  <a:rPr lang="pt-BR" sz="1400" i="1" noProof="0" dirty="0">
                    <a:solidFill>
                      <a:schemeClr val="accent1">
                        <a:lumMod val="75000"/>
                      </a:schemeClr>
                    </a:solidFill>
                    <a:latin typeface="Gotham Book" panose="02000604040000020004" pitchFamily="50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1400" b="0" i="1" noProof="0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400" b="0" i="1" noProof="0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pt-BR" sz="1400" b="0" i="1" noProof="0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𝑠𝑠</m:t>
                        </m:r>
                      </m:sub>
                    </m:sSub>
                  </m:oMath>
                </a14:m>
                <a:endParaRPr lang="pt-BR" sz="1400" i="1" noProof="0" dirty="0">
                  <a:solidFill>
                    <a:schemeClr val="accent1">
                      <a:lumMod val="75000"/>
                    </a:schemeClr>
                  </a:solidFill>
                  <a:latin typeface="Gotham Book" panose="02000604040000020004" pitchFamily="50" charset="0"/>
                </a:endParaRPr>
              </a:p>
            </p:txBody>
          </p:sp>
        </mc:Choice>
        <mc:Fallback xmlns="">
          <p:sp>
            <p:nvSpPr>
              <p:cNvPr id="15" name="Rectángulo 14">
                <a:extLst>
                  <a:ext uri="{FF2B5EF4-FFF2-40B4-BE49-F238E27FC236}">
                    <a16:creationId xmlns:a16="http://schemas.microsoft.com/office/drawing/2014/main" id="{3A620A33-9EA4-E900-8202-B5741D28D65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728035"/>
                <a:ext cx="10432141" cy="307777"/>
              </a:xfrm>
              <a:prstGeom prst="rect">
                <a:avLst/>
              </a:prstGeom>
              <a:blipFill>
                <a:blip r:embed="rId6"/>
                <a:stretch>
                  <a:fillRect l="-175" t="-4000" b="-20000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CuadroTexto 18">
            <a:extLst>
              <a:ext uri="{FF2B5EF4-FFF2-40B4-BE49-F238E27FC236}">
                <a16:creationId xmlns:a16="http://schemas.microsoft.com/office/drawing/2014/main" id="{9BEB26DD-D3B5-0DCB-38AD-4458E370D1A5}"/>
              </a:ext>
            </a:extLst>
          </p:cNvPr>
          <p:cNvSpPr txBox="1"/>
          <p:nvPr/>
        </p:nvSpPr>
        <p:spPr>
          <a:xfrm>
            <a:off x="921658" y="4203486"/>
            <a:ext cx="7818929" cy="309518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s-CO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parameters</a:t>
            </a:r>
            <a:r>
              <a:rPr lang="es-CO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CO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alpha</a:t>
            </a:r>
            <a:r>
              <a:rPr lang="es-CO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beta delta sigma rho </a:t>
            </a:r>
            <a:r>
              <a:rPr lang="es-CO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A_ss</a:t>
            </a:r>
            <a:r>
              <a:rPr lang="es-CO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CO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k_ss</a:t>
            </a:r>
            <a:r>
              <a:rPr lang="es-CO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CO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c_ss</a:t>
            </a:r>
            <a:r>
              <a:rPr lang="es-CO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CO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w_ss</a:t>
            </a:r>
            <a:r>
              <a:rPr lang="es-CO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CO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r_ss</a:t>
            </a:r>
            <a:r>
              <a:rPr lang="es-CO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CO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y_ss</a:t>
            </a:r>
            <a:r>
              <a:rPr lang="es-CO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7897316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89">
            <a:extLst>
              <a:ext uri="{FF2B5EF4-FFF2-40B4-BE49-F238E27FC236}">
                <a16:creationId xmlns:a16="http://schemas.microsoft.com/office/drawing/2014/main" id="{5FED718F-9803-800A-F258-487CD4CACD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8336" y="6350242"/>
            <a:ext cx="780356" cy="365792"/>
          </a:xfrm>
          <a:prstGeom prst="rect">
            <a:avLst/>
          </a:prstGeom>
        </p:spPr>
      </p:pic>
      <p:sp>
        <p:nvSpPr>
          <p:cNvPr id="7" name="Rectángulo 5">
            <a:extLst>
              <a:ext uri="{FF2B5EF4-FFF2-40B4-BE49-F238E27FC236}">
                <a16:creationId xmlns:a16="http://schemas.microsoft.com/office/drawing/2014/main" id="{E0388FD9-EC60-F5FE-0362-6544841E372E}"/>
              </a:ext>
            </a:extLst>
          </p:cNvPr>
          <p:cNvSpPr/>
          <p:nvPr/>
        </p:nvSpPr>
        <p:spPr>
          <a:xfrm>
            <a:off x="346933" y="144104"/>
            <a:ext cx="55001" cy="42401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2" name="Grupo 83">
            <a:extLst>
              <a:ext uri="{FF2B5EF4-FFF2-40B4-BE49-F238E27FC236}">
                <a16:creationId xmlns:a16="http://schemas.microsoft.com/office/drawing/2014/main" id="{A4E3474D-8474-798A-0E6D-916DAC09142C}"/>
              </a:ext>
            </a:extLst>
          </p:cNvPr>
          <p:cNvGrpSpPr/>
          <p:nvPr/>
        </p:nvGrpSpPr>
        <p:grpSpPr>
          <a:xfrm>
            <a:off x="0" y="6457233"/>
            <a:ext cx="401934" cy="326337"/>
            <a:chOff x="0" y="6457233"/>
            <a:chExt cx="401934" cy="326337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13" name="Rectángulo redondeado 1">
              <a:extLst>
                <a:ext uri="{FF2B5EF4-FFF2-40B4-BE49-F238E27FC236}">
                  <a16:creationId xmlns:a16="http://schemas.microsoft.com/office/drawing/2014/main" id="{2E36149E-4F40-CC2F-C619-7D35A4F6D6C9}"/>
                </a:ext>
              </a:extLst>
            </p:cNvPr>
            <p:cNvSpPr/>
            <p:nvPr/>
          </p:nvSpPr>
          <p:spPr>
            <a:xfrm>
              <a:off x="0" y="6457233"/>
              <a:ext cx="401934" cy="326337"/>
            </a:xfrm>
            <a:prstGeom prst="flowChartDelay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CuadroTexto 85">
              <a:extLst>
                <a:ext uri="{FF2B5EF4-FFF2-40B4-BE49-F238E27FC236}">
                  <a16:creationId xmlns:a16="http://schemas.microsoft.com/office/drawing/2014/main" id="{1F92F7A6-0826-1FE4-6F5F-0A5263392AAF}"/>
                </a:ext>
              </a:extLst>
            </p:cNvPr>
            <p:cNvSpPr txBox="1"/>
            <p:nvPr/>
          </p:nvSpPr>
          <p:spPr>
            <a:xfrm>
              <a:off x="15073" y="6489596"/>
              <a:ext cx="263223" cy="2616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ok" panose="02000604040000020004" pitchFamily="50" charset="0"/>
                  <a:ea typeface="+mn-ea"/>
                  <a:cs typeface="+mn-cs"/>
                </a:rPr>
                <a:t>6</a:t>
              </a:r>
            </a:p>
          </p:txBody>
        </p:sp>
      </p:grpSp>
      <p:sp>
        <p:nvSpPr>
          <p:cNvPr id="8" name="TextBox 5">
            <a:extLst>
              <a:ext uri="{FF2B5EF4-FFF2-40B4-BE49-F238E27FC236}">
                <a16:creationId xmlns:a16="http://schemas.microsoft.com/office/drawing/2014/main" id="{935D77AE-971F-B7FE-8400-6A3C4B9F7D0C}"/>
              </a:ext>
            </a:extLst>
          </p:cNvPr>
          <p:cNvSpPr txBox="1"/>
          <p:nvPr/>
        </p:nvSpPr>
        <p:spPr>
          <a:xfrm>
            <a:off x="401934" y="168881"/>
            <a:ext cx="1300645" cy="3744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000" noProof="0" dirty="0">
                <a:solidFill>
                  <a:srgbClr val="4D4D4D"/>
                </a:solidFill>
                <a:latin typeface="Gotham Light" pitchFamily="50" charset="0"/>
                <a:cs typeface="Gotham Black" pitchFamily="50" charset="0"/>
              </a:rPr>
              <a:t>Programação</a:t>
            </a:r>
          </a:p>
          <a:p>
            <a:pPr lvl="0">
              <a:lnSpc>
                <a:spcPts val="1100"/>
              </a:lnSpc>
              <a:defRPr/>
            </a:pPr>
            <a:r>
              <a:rPr kumimoji="0" lang="pt-BR" sz="1000" b="1" i="0" u="none" strike="noStrike" kern="1200" cap="none" spc="0" normalizeH="0" baseline="0" noProof="0" dirty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Gotham Light" pitchFamily="50" charset="0"/>
                <a:ea typeface="+mn-ea"/>
                <a:cs typeface="Gotham Black" pitchFamily="50" charset="0"/>
              </a:rPr>
              <a:t>Modelo Ramsey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32BB3993-C3B4-9A3C-425B-EF70321B763F}"/>
              </a:ext>
            </a:extLst>
          </p:cNvPr>
          <p:cNvSpPr/>
          <p:nvPr/>
        </p:nvSpPr>
        <p:spPr>
          <a:xfrm>
            <a:off x="838200" y="1763946"/>
            <a:ext cx="1085536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buClr>
                <a:schemeClr val="accent1">
                  <a:lumMod val="75000"/>
                </a:schemeClr>
              </a:buClr>
            </a:pPr>
            <a:r>
              <a:rPr lang="pt-BR" sz="1400" noProof="0" dirty="0">
                <a:solidFill>
                  <a:schemeClr val="accent1">
                    <a:lumMod val="75000"/>
                  </a:schemeClr>
                </a:solidFill>
                <a:latin typeface="Gotham Book" panose="02000604040000020004" pitchFamily="50" charset="0"/>
              </a:rPr>
              <a:t>Os valores são atribuídos aos parâmetros do modelo</a:t>
            </a:r>
            <a:endParaRPr lang="pt-BR" sz="1400" i="1" noProof="0" dirty="0">
              <a:solidFill>
                <a:schemeClr val="accent1">
                  <a:lumMod val="75000"/>
                </a:schemeClr>
              </a:solidFill>
              <a:latin typeface="Gotham Book" panose="02000604040000020004" pitchFamily="50" charset="0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9BEB26DD-D3B5-0DCB-38AD-4458E370D1A5}"/>
              </a:ext>
            </a:extLst>
          </p:cNvPr>
          <p:cNvSpPr txBox="1"/>
          <p:nvPr/>
        </p:nvSpPr>
        <p:spPr>
          <a:xfrm>
            <a:off x="956533" y="2254492"/>
            <a:ext cx="6885791" cy="2288570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s-CO" sz="14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alpha</a:t>
            </a:r>
            <a:r>
              <a:rPr lang="es-CO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= 0.448;</a:t>
            </a:r>
          </a:p>
          <a:p>
            <a:pPr>
              <a:lnSpc>
                <a:spcPts val="1425"/>
              </a:lnSpc>
              <a:buNone/>
            </a:pPr>
            <a:r>
              <a:rPr lang="es-CO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beta  = 0.989;</a:t>
            </a:r>
          </a:p>
          <a:p>
            <a:pPr>
              <a:lnSpc>
                <a:spcPts val="1425"/>
              </a:lnSpc>
              <a:buNone/>
            </a:pPr>
            <a:r>
              <a:rPr lang="es-CO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delta = 0.015;</a:t>
            </a:r>
          </a:p>
          <a:p>
            <a:pPr>
              <a:lnSpc>
                <a:spcPts val="1425"/>
              </a:lnSpc>
              <a:buNone/>
            </a:pPr>
            <a:r>
              <a:rPr lang="es-CO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sigma = 1.3;</a:t>
            </a:r>
          </a:p>
          <a:p>
            <a:pPr>
              <a:lnSpc>
                <a:spcPts val="1425"/>
              </a:lnSpc>
              <a:buNone/>
            </a:pPr>
            <a:r>
              <a:rPr lang="es-CO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rho   = 0.91;</a:t>
            </a:r>
          </a:p>
          <a:p>
            <a:pPr>
              <a:lnSpc>
                <a:spcPts val="1425"/>
              </a:lnSpc>
              <a:buNone/>
            </a:pPr>
            <a:r>
              <a:rPr lang="es-CO" sz="14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A_ss</a:t>
            </a:r>
            <a:r>
              <a:rPr lang="es-CO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 = 1;</a:t>
            </a:r>
          </a:p>
          <a:p>
            <a:pPr>
              <a:lnSpc>
                <a:spcPts val="1425"/>
              </a:lnSpc>
              <a:buNone/>
            </a:pPr>
            <a:r>
              <a:rPr lang="es-CO" sz="14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k_ss</a:t>
            </a:r>
            <a:r>
              <a:rPr lang="es-CO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 = (</a:t>
            </a:r>
            <a:r>
              <a:rPr lang="es-CO" sz="14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alpha</a:t>
            </a:r>
            <a:r>
              <a:rPr lang="es-CO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s-CO" sz="14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A_ss</a:t>
            </a:r>
            <a:r>
              <a:rPr lang="es-CO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*beta/(1-beta*(1-delta)))^(1/(1-alpha));</a:t>
            </a:r>
          </a:p>
          <a:p>
            <a:pPr>
              <a:lnSpc>
                <a:spcPts val="1425"/>
              </a:lnSpc>
              <a:buNone/>
            </a:pPr>
            <a:r>
              <a:rPr lang="es-CO" sz="14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c_ss</a:t>
            </a:r>
            <a:r>
              <a:rPr lang="es-CO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 = </a:t>
            </a:r>
            <a:r>
              <a:rPr lang="es-CO" sz="14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A_ss</a:t>
            </a:r>
            <a:r>
              <a:rPr lang="es-CO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s-CO" sz="14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k_ss^alpha-delta</a:t>
            </a:r>
            <a:r>
              <a:rPr lang="es-CO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s-CO" sz="14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k_ss</a:t>
            </a:r>
            <a:r>
              <a:rPr lang="es-CO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s-CO" sz="14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w_ss</a:t>
            </a:r>
            <a:r>
              <a:rPr lang="es-CO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 = (1-alpha)*</a:t>
            </a:r>
            <a:r>
              <a:rPr lang="es-CO" sz="14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A_ss</a:t>
            </a:r>
            <a:r>
              <a:rPr lang="es-CO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s-CO" sz="14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k_ss^alpha</a:t>
            </a:r>
            <a:r>
              <a:rPr lang="es-CO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s-CO" sz="14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r_ss</a:t>
            </a:r>
            <a:r>
              <a:rPr lang="es-CO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 = </a:t>
            </a:r>
            <a:r>
              <a:rPr lang="es-CO" sz="14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alpha</a:t>
            </a:r>
            <a:r>
              <a:rPr lang="es-CO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s-CO" sz="14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A_ss</a:t>
            </a:r>
            <a:r>
              <a:rPr lang="es-CO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s-CO" sz="14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k_ss</a:t>
            </a:r>
            <a:r>
              <a:rPr lang="es-CO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^(alpha-1)-delta;</a:t>
            </a:r>
          </a:p>
          <a:p>
            <a:pPr>
              <a:lnSpc>
                <a:spcPts val="1425"/>
              </a:lnSpc>
              <a:buNone/>
            </a:pPr>
            <a:r>
              <a:rPr lang="es-CO" sz="14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y_ss</a:t>
            </a:r>
            <a:r>
              <a:rPr lang="es-CO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 = </a:t>
            </a:r>
            <a:r>
              <a:rPr lang="es-CO" sz="14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A_ss</a:t>
            </a:r>
            <a:r>
              <a:rPr lang="es-CO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s-CO" sz="14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k_ss^alpha</a:t>
            </a:r>
            <a:r>
              <a:rPr lang="es-CO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C3A48ED0-207C-999B-AD16-F2847B058AED}"/>
                  </a:ext>
                </a:extLst>
              </p:cNvPr>
              <p:cNvSpPr txBox="1"/>
              <p:nvPr/>
            </p:nvSpPr>
            <p:spPr>
              <a:xfrm>
                <a:off x="8642099" y="4527154"/>
                <a:ext cx="211769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noProof="0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pt-BR" b="0" i="1" noProof="0" smtClean="0">
                              <a:latin typeface="Cambria Math" panose="02040503050406030204" pitchFamily="18" charset="0"/>
                            </a:rPr>
                            <m:t>𝑠𝑠</m:t>
                          </m:r>
                        </m:sub>
                      </m:sSub>
                      <m:r>
                        <a:rPr lang="pt-BR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pt-BR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noProof="0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pt-BR" b="0" i="1" noProof="0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  <m:sSub>
                        <m:sSubPr>
                          <m:ctrlPr>
                            <a:rPr lang="pt-BR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noProof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pt-BR" b="0" i="1" noProof="0" smtClean="0">
                              <a:latin typeface="Cambria Math" panose="02040503050406030204" pitchFamily="18" charset="0"/>
                            </a:rPr>
                            <m:t>𝑠𝑠</m:t>
                          </m:r>
                        </m:sub>
                      </m:sSub>
                      <m:sSubSup>
                        <m:sSubSupPr>
                          <m:ctrlPr>
                            <a:rPr lang="pt-BR" b="0" i="1" noProof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b="0" i="1" noProof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pt-BR" b="0" i="1" noProof="0" smtClean="0">
                              <a:latin typeface="Cambria Math" panose="02040503050406030204" pitchFamily="18" charset="0"/>
                            </a:rPr>
                            <m:t>𝑠𝑠</m:t>
                          </m:r>
                        </m:sub>
                        <m:sup>
                          <m:r>
                            <a:rPr lang="pt-BR" b="0" i="1" noProof="0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sup>
                      </m:sSubSup>
                    </m:oMath>
                  </m:oMathPara>
                </a14:m>
                <a:endParaRPr lang="pt-BR" noProof="0" dirty="0"/>
              </a:p>
            </p:txBody>
          </p:sp>
        </mc:Choice>
        <mc:Fallback xmlns="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C3A48ED0-207C-999B-AD16-F2847B058A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42099" y="4527154"/>
                <a:ext cx="2117696" cy="276999"/>
              </a:xfrm>
              <a:prstGeom prst="rect">
                <a:avLst/>
              </a:prstGeom>
              <a:blipFill>
                <a:blip r:embed="rId4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15212768-0F4A-5147-A82E-E4061949312C}"/>
                  </a:ext>
                </a:extLst>
              </p:cNvPr>
              <p:cNvSpPr txBox="1"/>
              <p:nvPr/>
            </p:nvSpPr>
            <p:spPr>
              <a:xfrm>
                <a:off x="8732892" y="4940610"/>
                <a:ext cx="202690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noProof="0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pt-BR" b="0" i="1" noProof="0" smtClean="0">
                              <a:latin typeface="Cambria Math" panose="02040503050406030204" pitchFamily="18" charset="0"/>
                            </a:rPr>
                            <m:t>𝑠𝑠</m:t>
                          </m:r>
                        </m:sub>
                      </m:sSub>
                      <m:r>
                        <a:rPr lang="pt-BR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0" i="1" noProof="0" smtClean="0">
                          <a:latin typeface="Cambria Math" panose="02040503050406030204" pitchFamily="18" charset="0"/>
                        </a:rPr>
                        <m:t>𝛼</m:t>
                      </m:r>
                      <m:sSub>
                        <m:sSubPr>
                          <m:ctrlPr>
                            <a:rPr lang="pt-BR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noProof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pt-BR" b="0" i="1" noProof="0" smtClean="0">
                              <a:latin typeface="Cambria Math" panose="02040503050406030204" pitchFamily="18" charset="0"/>
                            </a:rPr>
                            <m:t>𝑠𝑠</m:t>
                          </m:r>
                        </m:sub>
                      </m:sSub>
                      <m:sSubSup>
                        <m:sSubSupPr>
                          <m:ctrlPr>
                            <a:rPr lang="pt-BR" b="0" i="1" noProof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b="0" i="1" noProof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pt-BR" b="0" i="1" noProof="0" smtClean="0">
                              <a:latin typeface="Cambria Math" panose="02040503050406030204" pitchFamily="18" charset="0"/>
                            </a:rPr>
                            <m:t>𝑠𝑠</m:t>
                          </m:r>
                        </m:sub>
                        <m:sup>
                          <m:r>
                            <a:rPr lang="pt-BR" b="0" i="1" noProof="0" smtClean="0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pt-BR" b="0" i="1" noProof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  <m:r>
                        <a:rPr lang="pt-BR" b="0" i="1" noProof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pt-BR" b="0" i="1" noProof="0" smtClean="0">
                          <a:latin typeface="Cambria Math" panose="02040503050406030204" pitchFamily="18" charset="0"/>
                        </a:rPr>
                        <m:t>𝛿</m:t>
                      </m:r>
                    </m:oMath>
                  </m:oMathPara>
                </a14:m>
                <a:endParaRPr lang="pt-BR" noProof="0" dirty="0"/>
              </a:p>
            </p:txBody>
          </p:sp>
        </mc:Choice>
        <mc:Fallback xmlns="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15212768-0F4A-5147-A82E-E406194931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2892" y="4940610"/>
                <a:ext cx="2026902" cy="276999"/>
              </a:xfrm>
              <a:prstGeom prst="rect">
                <a:avLst/>
              </a:prstGeom>
              <a:blipFill>
                <a:blip r:embed="rId5"/>
                <a:stretch>
                  <a:fillRect r="-602" b="-8696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3D0B6A3B-A9BF-B316-A4F9-0D4AD04B0915}"/>
                  </a:ext>
                </a:extLst>
              </p:cNvPr>
              <p:cNvSpPr txBox="1"/>
              <p:nvPr/>
            </p:nvSpPr>
            <p:spPr>
              <a:xfrm>
                <a:off x="8732892" y="5400452"/>
                <a:ext cx="126592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noProof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pt-BR" b="0" i="1" noProof="0" smtClean="0">
                              <a:latin typeface="Cambria Math" panose="02040503050406030204" pitchFamily="18" charset="0"/>
                            </a:rPr>
                            <m:t>𝑠𝑠</m:t>
                          </m:r>
                        </m:sub>
                      </m:sSub>
                      <m:r>
                        <a:rPr lang="pt-BR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noProof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pt-BR" b="0" i="1" noProof="0" smtClean="0">
                              <a:latin typeface="Cambria Math" panose="02040503050406030204" pitchFamily="18" charset="0"/>
                            </a:rPr>
                            <m:t>𝑠𝑠</m:t>
                          </m:r>
                        </m:sub>
                      </m:sSub>
                      <m:sSubSup>
                        <m:sSubSupPr>
                          <m:ctrlPr>
                            <a:rPr lang="pt-BR" b="0" i="1" noProof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b="0" i="1" noProof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pt-BR" b="0" i="1" noProof="0" smtClean="0">
                              <a:latin typeface="Cambria Math" panose="02040503050406030204" pitchFamily="18" charset="0"/>
                            </a:rPr>
                            <m:t>𝑠𝑠</m:t>
                          </m:r>
                        </m:sub>
                        <m:sup>
                          <m:r>
                            <a:rPr lang="pt-BR" b="0" i="1" noProof="0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sup>
                      </m:sSubSup>
                    </m:oMath>
                  </m:oMathPara>
                </a14:m>
                <a:endParaRPr lang="pt-BR" noProof="0" dirty="0"/>
              </a:p>
            </p:txBody>
          </p:sp>
        </mc:Choice>
        <mc:Fallback xmlns="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3D0B6A3B-A9BF-B316-A4F9-0D4AD04B09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2892" y="5400452"/>
                <a:ext cx="1265924" cy="276999"/>
              </a:xfrm>
              <a:prstGeom prst="rect">
                <a:avLst/>
              </a:prstGeom>
              <a:blipFill>
                <a:blip r:embed="rId6"/>
                <a:stretch>
                  <a:fillRect l="-4348" r="-483" b="-26667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4C669527-46AF-E9D9-C21B-EA2B1D2ABDFB}"/>
                  </a:ext>
                </a:extLst>
              </p:cNvPr>
              <p:cNvSpPr txBox="1"/>
              <p:nvPr/>
            </p:nvSpPr>
            <p:spPr>
              <a:xfrm>
                <a:off x="8687496" y="4110963"/>
                <a:ext cx="203357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noProof="0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pt-BR" b="0" i="1" noProof="0" smtClean="0">
                              <a:latin typeface="Cambria Math" panose="02040503050406030204" pitchFamily="18" charset="0"/>
                            </a:rPr>
                            <m:t>𝑠𝑠</m:t>
                          </m:r>
                        </m:sub>
                      </m:sSub>
                      <m:r>
                        <a:rPr lang="pt-BR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noProof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pt-BR" i="1" noProof="0" smtClean="0">
                              <a:latin typeface="Cambria Math" panose="02040503050406030204" pitchFamily="18" charset="0"/>
                            </a:rPr>
                            <m:t>𝑠𝑠</m:t>
                          </m:r>
                        </m:sub>
                      </m:sSub>
                      <m:sSubSup>
                        <m:sSubSupPr>
                          <m:ctrlPr>
                            <a:rPr lang="pt-BR" i="1" noProof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i="1" noProof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pt-BR" i="1" noProof="0" smtClean="0">
                              <a:latin typeface="Cambria Math" panose="02040503050406030204" pitchFamily="18" charset="0"/>
                            </a:rPr>
                            <m:t>𝑠𝑠</m:t>
                          </m:r>
                        </m:sub>
                        <m:sup>
                          <m:r>
                            <a:rPr lang="pt-BR" i="1" noProof="0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sup>
                      </m:sSubSup>
                      <m:r>
                        <a:rPr lang="pt-BR" i="1" noProof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pt-BR" i="1" noProof="0" smtClean="0">
                          <a:latin typeface="Cambria Math" panose="02040503050406030204" pitchFamily="18" charset="0"/>
                        </a:rPr>
                        <m:t>𝛿</m:t>
                      </m:r>
                      <m:sSub>
                        <m:sSubPr>
                          <m:ctrlPr>
                            <a:rPr lang="pt-BR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noProof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pt-BR" b="0" i="1" noProof="0" smtClean="0">
                              <a:latin typeface="Cambria Math" panose="02040503050406030204" pitchFamily="18" charset="0"/>
                            </a:rPr>
                            <m:t>𝑠𝑠</m:t>
                          </m:r>
                        </m:sub>
                      </m:sSub>
                    </m:oMath>
                  </m:oMathPara>
                </a14:m>
                <a:endParaRPr lang="pt-BR" noProof="0" dirty="0"/>
              </a:p>
            </p:txBody>
          </p:sp>
        </mc:Choice>
        <mc:Fallback xmlns="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4C669527-46AF-E9D9-C21B-EA2B1D2ABD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7496" y="4110963"/>
                <a:ext cx="2033570" cy="276999"/>
              </a:xfrm>
              <a:prstGeom prst="rect">
                <a:avLst/>
              </a:prstGeom>
              <a:blipFill>
                <a:blip r:embed="rId7"/>
                <a:stretch>
                  <a:fillRect b="-8696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EE94803C-DCD7-0424-DE74-67B7702E6B71}"/>
                  </a:ext>
                </a:extLst>
              </p:cNvPr>
              <p:cNvSpPr txBox="1"/>
              <p:nvPr/>
            </p:nvSpPr>
            <p:spPr>
              <a:xfrm>
                <a:off x="8687496" y="3161927"/>
                <a:ext cx="2460289" cy="76892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noProof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pt-BR" b="0" i="1" noProof="0" smtClean="0">
                              <a:latin typeface="Cambria Math" panose="02040503050406030204" pitchFamily="18" charset="0"/>
                            </a:rPr>
                            <m:t>𝑠𝑠</m:t>
                          </m:r>
                        </m:sub>
                      </m:sSub>
                      <m:r>
                        <a:rPr lang="pt-BR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pt-BR" b="0" i="1" noProof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pt-BR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pt-BR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pt-BR" i="1" noProof="0" smtClean="0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  <m:sSub>
                                    <m:sSubPr>
                                      <m:ctrlPr>
                                        <a:rPr lang="pt-BR" i="1" noProof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i="1" noProof="0" smtClean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pt-BR" i="1" noProof="0" smtClean="0">
                                          <a:latin typeface="Cambria Math" panose="02040503050406030204" pitchFamily="18" charset="0"/>
                                        </a:rPr>
                                        <m:t>𝑠𝑠</m:t>
                                      </m:r>
                                    </m:sub>
                                  </m:sSub>
                                  <m:r>
                                    <a:rPr lang="pt-BR" i="1" noProof="0" smtClean="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num>
                                <m:den>
                                  <m:r>
                                    <a:rPr lang="pt-BR" i="1" noProof="0" smtClean="0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pt-BR" i="1" noProof="0" smtClean="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  <m:r>
                                    <a:rPr lang="pt-BR" i="1" noProof="0" smtClean="0">
                                      <a:latin typeface="Cambria Math" panose="02040503050406030204" pitchFamily="18" charset="0"/>
                                    </a:rPr>
                                    <m:t>(1−</m:t>
                                  </m:r>
                                  <m:r>
                                    <a:rPr lang="pt-BR" i="1" noProof="0" smtClean="0">
                                      <a:latin typeface="Cambria Math" panose="02040503050406030204" pitchFamily="18" charset="0"/>
                                    </a:rPr>
                                    <m:t>𝛿</m:t>
                                  </m:r>
                                  <m:r>
                                    <a:rPr lang="pt-BR" i="1" noProof="0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f>
                            <m:fPr>
                              <m:ctrlPr>
                                <a:rPr lang="pt-BR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b="0" i="1" noProof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pt-BR" b="0" i="1" noProof="0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pt-BR" b="0" i="1" noProof="0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pt-BR" noProof="0" dirty="0"/>
              </a:p>
            </p:txBody>
          </p:sp>
        </mc:Choice>
        <mc:Fallback xmlns="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EE94803C-DCD7-0424-DE74-67B7702E6B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7496" y="3161927"/>
                <a:ext cx="2460289" cy="76892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ítulo 1">
            <a:extLst>
              <a:ext uri="{FF2B5EF4-FFF2-40B4-BE49-F238E27FC236}">
                <a16:creationId xmlns:a16="http://schemas.microsoft.com/office/drawing/2014/main" id="{DDE53946-570A-DE31-E58D-AB56626C09F3}"/>
              </a:ext>
            </a:extLst>
          </p:cNvPr>
          <p:cNvSpPr txBox="1">
            <a:spLocks/>
          </p:cNvSpPr>
          <p:nvPr/>
        </p:nvSpPr>
        <p:spPr>
          <a:xfrm>
            <a:off x="838200" y="552389"/>
            <a:ext cx="10515600" cy="11122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800" b="1" noProof="0" dirty="0">
                <a:solidFill>
                  <a:schemeClr val="accent1">
                    <a:lumMod val="75000"/>
                  </a:schemeClr>
                </a:solidFill>
                <a:latin typeface="Gotham Black" panose="02000604040000020004" pitchFamily="50" charset="0"/>
                <a:cs typeface="Arial" panose="020B0604020202020204" pitchFamily="34" charset="0"/>
              </a:rPr>
              <a:t>Declaração de variáveis e parâmetros</a:t>
            </a:r>
            <a:br>
              <a:rPr lang="pt-BR" sz="2800" b="1" noProof="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1800" noProof="0" dirty="0">
                <a:solidFill>
                  <a:schemeClr val="bg1">
                    <a:lumMod val="50000"/>
                  </a:schemeClr>
                </a:solidFill>
                <a:latin typeface="Gotham Light" pitchFamily="50" charset="0"/>
                <a:cs typeface="Arial" panose="020B0604020202020204" pitchFamily="34" charset="0"/>
              </a:rPr>
              <a:t>Programação</a:t>
            </a:r>
            <a:endParaRPr lang="pt-BR" sz="2800" i="1" noProof="0" dirty="0">
              <a:latin typeface="Gotham Light" pitchFamily="50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8B6959D3-74C8-BCE4-8C04-01F8E064908A}"/>
                  </a:ext>
                </a:extLst>
              </p:cNvPr>
              <p:cNvSpPr txBox="1"/>
              <p:nvPr/>
            </p:nvSpPr>
            <p:spPr>
              <a:xfrm>
                <a:off x="8687496" y="2745736"/>
                <a:ext cx="80490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noProof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pt-BR" b="0" i="1" noProof="0" smtClean="0">
                              <a:latin typeface="Cambria Math" panose="02040503050406030204" pitchFamily="18" charset="0"/>
                            </a:rPr>
                            <m:t>𝑠𝑠</m:t>
                          </m:r>
                        </m:sub>
                      </m:sSub>
                      <m:r>
                        <a:rPr lang="pt-BR" b="0" i="1" noProof="0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pt-BR" noProof="0" dirty="0"/>
              </a:p>
            </p:txBody>
          </p:sp>
        </mc:Choice>
        <mc:Fallback xmlns=""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8B6959D3-74C8-BCE4-8C04-01F8E06490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7496" y="2745736"/>
                <a:ext cx="804900" cy="276999"/>
              </a:xfrm>
              <a:prstGeom prst="rect">
                <a:avLst/>
              </a:prstGeom>
              <a:blipFill>
                <a:blip r:embed="rId9"/>
                <a:stretch>
                  <a:fillRect l="-6061" r="-6818" b="-8696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ectángulo 21">
            <a:extLst>
              <a:ext uri="{FF2B5EF4-FFF2-40B4-BE49-F238E27FC236}">
                <a16:creationId xmlns:a16="http://schemas.microsoft.com/office/drawing/2014/main" id="{50B60A58-1DBB-0722-8F6D-75B4A91CF7C5}"/>
              </a:ext>
            </a:extLst>
          </p:cNvPr>
          <p:cNvSpPr/>
          <p:nvPr/>
        </p:nvSpPr>
        <p:spPr>
          <a:xfrm>
            <a:off x="7982699" y="1673640"/>
            <a:ext cx="371086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1600" noProof="0" dirty="0">
                <a:solidFill>
                  <a:schemeClr val="accent1">
                    <a:lumMod val="75000"/>
                  </a:schemeClr>
                </a:solidFill>
                <a:latin typeface="Gotham Black" panose="02000604040000020004" pitchFamily="50" charset="0"/>
                <a:cs typeface="Arial" panose="020B0604020202020204" pitchFamily="34" charset="0"/>
              </a:rPr>
              <a:t>Solução analítica dos valores de estado estável das variáveis endógenas</a:t>
            </a:r>
            <a:endParaRPr lang="pt-BR" sz="1600" noProof="0" dirty="0">
              <a:solidFill>
                <a:schemeClr val="accent1">
                  <a:lumMod val="75000"/>
                </a:schemeClr>
              </a:solidFill>
              <a:latin typeface="Gotham Black" panose="02000604040000020004" pitchFamily="50" charset="0"/>
            </a:endParaRPr>
          </a:p>
        </p:txBody>
      </p:sp>
      <p:sp>
        <p:nvSpPr>
          <p:cNvPr id="3" name="Slide Number Placeholder 13">
            <a:extLst>
              <a:ext uri="{FF2B5EF4-FFF2-40B4-BE49-F238E27FC236}">
                <a16:creationId xmlns:a16="http://schemas.microsoft.com/office/drawing/2014/main" id="{42AA897C-66A6-7044-FAFE-FFF78E06A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80550" y="6507601"/>
            <a:ext cx="401934" cy="208433"/>
          </a:xfrm>
          <a:solidFill>
            <a:srgbClr val="B4C7E7"/>
          </a:solidFill>
        </p:spPr>
        <p:txBody>
          <a:bodyPr/>
          <a:lstStyle/>
          <a:p>
            <a:fld id="{EE745C5F-8F31-4318-ABF5-660B737895AE}" type="slidenum">
              <a:rPr lang="pt-BR" sz="1000" noProof="0" smtClean="0">
                <a:solidFill>
                  <a:schemeClr val="bg1"/>
                </a:solidFill>
                <a:latin typeface="Gotham Book" panose="02000604040000020004" pitchFamily="50" charset="0"/>
              </a:rPr>
              <a:t>27</a:t>
            </a:fld>
            <a:endParaRPr lang="pt-BR" sz="1000" noProof="0" dirty="0">
              <a:solidFill>
                <a:schemeClr val="bg1"/>
              </a:solidFill>
              <a:latin typeface="Gotham Book" panose="02000604040000020004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357168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89">
            <a:extLst>
              <a:ext uri="{FF2B5EF4-FFF2-40B4-BE49-F238E27FC236}">
                <a16:creationId xmlns:a16="http://schemas.microsoft.com/office/drawing/2014/main" id="{5FED718F-9803-800A-F258-487CD4CACD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8336" y="6350242"/>
            <a:ext cx="780356" cy="365792"/>
          </a:xfrm>
          <a:prstGeom prst="rect">
            <a:avLst/>
          </a:prstGeom>
        </p:spPr>
      </p:pic>
      <p:sp>
        <p:nvSpPr>
          <p:cNvPr id="7" name="Rectángulo 5">
            <a:extLst>
              <a:ext uri="{FF2B5EF4-FFF2-40B4-BE49-F238E27FC236}">
                <a16:creationId xmlns:a16="http://schemas.microsoft.com/office/drawing/2014/main" id="{E0388FD9-EC60-F5FE-0362-6544841E372E}"/>
              </a:ext>
            </a:extLst>
          </p:cNvPr>
          <p:cNvSpPr/>
          <p:nvPr/>
        </p:nvSpPr>
        <p:spPr>
          <a:xfrm>
            <a:off x="346933" y="144104"/>
            <a:ext cx="55001" cy="42401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2" name="Grupo 83">
            <a:extLst>
              <a:ext uri="{FF2B5EF4-FFF2-40B4-BE49-F238E27FC236}">
                <a16:creationId xmlns:a16="http://schemas.microsoft.com/office/drawing/2014/main" id="{A4E3474D-8474-798A-0E6D-916DAC09142C}"/>
              </a:ext>
            </a:extLst>
          </p:cNvPr>
          <p:cNvGrpSpPr/>
          <p:nvPr/>
        </p:nvGrpSpPr>
        <p:grpSpPr>
          <a:xfrm>
            <a:off x="0" y="6457233"/>
            <a:ext cx="401934" cy="326337"/>
            <a:chOff x="0" y="6457233"/>
            <a:chExt cx="401934" cy="326337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13" name="Rectángulo redondeado 1">
              <a:extLst>
                <a:ext uri="{FF2B5EF4-FFF2-40B4-BE49-F238E27FC236}">
                  <a16:creationId xmlns:a16="http://schemas.microsoft.com/office/drawing/2014/main" id="{2E36149E-4F40-CC2F-C619-7D35A4F6D6C9}"/>
                </a:ext>
              </a:extLst>
            </p:cNvPr>
            <p:cNvSpPr/>
            <p:nvPr/>
          </p:nvSpPr>
          <p:spPr>
            <a:xfrm>
              <a:off x="0" y="6457233"/>
              <a:ext cx="401934" cy="326337"/>
            </a:xfrm>
            <a:prstGeom prst="flowChartDelay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CuadroTexto 85">
              <a:extLst>
                <a:ext uri="{FF2B5EF4-FFF2-40B4-BE49-F238E27FC236}">
                  <a16:creationId xmlns:a16="http://schemas.microsoft.com/office/drawing/2014/main" id="{1F92F7A6-0826-1FE4-6F5F-0A5263392AAF}"/>
                </a:ext>
              </a:extLst>
            </p:cNvPr>
            <p:cNvSpPr txBox="1"/>
            <p:nvPr/>
          </p:nvSpPr>
          <p:spPr>
            <a:xfrm>
              <a:off x="15073" y="6489596"/>
              <a:ext cx="263223" cy="2616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ok" panose="02000604040000020004" pitchFamily="50" charset="0"/>
                  <a:ea typeface="+mn-ea"/>
                  <a:cs typeface="+mn-cs"/>
                </a:rPr>
                <a:t>6</a:t>
              </a:r>
            </a:p>
          </p:txBody>
        </p:sp>
      </p:grpSp>
      <p:sp>
        <p:nvSpPr>
          <p:cNvPr id="8" name="TextBox 5">
            <a:extLst>
              <a:ext uri="{FF2B5EF4-FFF2-40B4-BE49-F238E27FC236}">
                <a16:creationId xmlns:a16="http://schemas.microsoft.com/office/drawing/2014/main" id="{935D77AE-971F-B7FE-8400-6A3C4B9F7D0C}"/>
              </a:ext>
            </a:extLst>
          </p:cNvPr>
          <p:cNvSpPr txBox="1"/>
          <p:nvPr/>
        </p:nvSpPr>
        <p:spPr>
          <a:xfrm>
            <a:off x="401934" y="168881"/>
            <a:ext cx="1300645" cy="3744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000" noProof="0" dirty="0">
                <a:solidFill>
                  <a:srgbClr val="4D4D4D"/>
                </a:solidFill>
                <a:latin typeface="Gotham Light" pitchFamily="50" charset="0"/>
                <a:cs typeface="Gotham Black" pitchFamily="50" charset="0"/>
              </a:rPr>
              <a:t>Programação</a:t>
            </a:r>
          </a:p>
          <a:p>
            <a:pPr lvl="0">
              <a:lnSpc>
                <a:spcPts val="1100"/>
              </a:lnSpc>
              <a:defRPr/>
            </a:pPr>
            <a:r>
              <a:rPr kumimoji="0" lang="pt-BR" sz="1000" b="1" i="0" u="none" strike="noStrike" kern="1200" cap="none" spc="0" normalizeH="0" baseline="0" noProof="0" dirty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Gotham Light" pitchFamily="50" charset="0"/>
                <a:ea typeface="+mn-ea"/>
                <a:cs typeface="Gotham Black" pitchFamily="50" charset="0"/>
              </a:rPr>
              <a:t>Modelo Ramsey</a:t>
            </a: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DB1F164F-8008-1F73-AC8C-6AEFA973ABF1}"/>
              </a:ext>
            </a:extLst>
          </p:cNvPr>
          <p:cNvSpPr txBox="1"/>
          <p:nvPr/>
        </p:nvSpPr>
        <p:spPr>
          <a:xfrm>
            <a:off x="921658" y="2008301"/>
            <a:ext cx="7579245" cy="309518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s-CO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es-CO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6DE96571-AF16-C5B0-36C3-DE12EE65C3EB}"/>
              </a:ext>
            </a:extLst>
          </p:cNvPr>
          <p:cNvSpPr txBox="1">
            <a:spLocks/>
          </p:cNvSpPr>
          <p:nvPr/>
        </p:nvSpPr>
        <p:spPr>
          <a:xfrm>
            <a:off x="838200" y="552389"/>
            <a:ext cx="10515600" cy="11122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800" b="1" noProof="0" dirty="0">
                <a:solidFill>
                  <a:schemeClr val="accent1">
                    <a:lumMod val="75000"/>
                  </a:schemeClr>
                </a:solidFill>
                <a:latin typeface="Gotham Black" panose="02000604040000020004" pitchFamily="50" charset="0"/>
                <a:cs typeface="Arial" panose="020B0604020202020204" pitchFamily="34" charset="0"/>
              </a:rPr>
              <a:t>Modelo</a:t>
            </a:r>
            <a:br>
              <a:rPr lang="pt-BR" sz="2800" b="1" noProof="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1800" noProof="0" dirty="0">
                <a:solidFill>
                  <a:schemeClr val="bg1">
                    <a:lumMod val="50000"/>
                  </a:schemeClr>
                </a:solidFill>
                <a:latin typeface="Gotham Light" pitchFamily="50" charset="0"/>
                <a:cs typeface="Arial" panose="020B0604020202020204" pitchFamily="34" charset="0"/>
              </a:rPr>
              <a:t>Programação</a:t>
            </a:r>
            <a:endParaRPr lang="pt-BR" sz="2800" i="1" noProof="0" dirty="0">
              <a:latin typeface="Gotham Light" pitchFamily="50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32BB3993-C3B4-9A3C-425B-EF70321B763F}"/>
              </a:ext>
            </a:extLst>
          </p:cNvPr>
          <p:cNvSpPr/>
          <p:nvPr/>
        </p:nvSpPr>
        <p:spPr>
          <a:xfrm>
            <a:off x="278296" y="1734102"/>
            <a:ext cx="473804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  <a:buClr>
                <a:schemeClr val="accent1">
                  <a:lumMod val="75000"/>
                </a:schemeClr>
              </a:buClr>
            </a:pPr>
            <a:r>
              <a:rPr lang="pt-BR" sz="1400" noProof="0" dirty="0">
                <a:solidFill>
                  <a:schemeClr val="accent1">
                    <a:lumMod val="75000"/>
                  </a:schemeClr>
                </a:solidFill>
                <a:latin typeface="Gotham Book" panose="02000604040000020004" pitchFamily="50" charset="0"/>
              </a:rPr>
              <a:t>O ambiente é inicializado para definir o modelo</a:t>
            </a:r>
            <a:endParaRPr lang="pt-BR" sz="1400" i="1" noProof="0" dirty="0">
              <a:solidFill>
                <a:schemeClr val="accent1">
                  <a:lumMod val="75000"/>
                </a:schemeClr>
              </a:solidFill>
              <a:latin typeface="Gotham Book" panose="02000604040000020004" pitchFamily="50" charset="0"/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226A7857-5687-775F-0EE0-4E063D25845E}"/>
              </a:ext>
            </a:extLst>
          </p:cNvPr>
          <p:cNvSpPr/>
          <p:nvPr/>
        </p:nvSpPr>
        <p:spPr>
          <a:xfrm>
            <a:off x="921658" y="2548543"/>
            <a:ext cx="1042541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buClr>
                <a:schemeClr val="accent1">
                  <a:lumMod val="75000"/>
                </a:schemeClr>
              </a:buClr>
            </a:pPr>
            <a:r>
              <a:rPr lang="pt-BR" sz="1400" noProof="0" dirty="0">
                <a:solidFill>
                  <a:schemeClr val="accent1">
                    <a:lumMod val="75000"/>
                  </a:schemeClr>
                </a:solidFill>
                <a:latin typeface="Gotham Book" panose="02000604040000020004" pitchFamily="50" charset="0"/>
              </a:rPr>
              <a:t>As equações do modelo estão definidas</a:t>
            </a:r>
            <a:endParaRPr lang="pt-BR" sz="1400" i="1" noProof="0" dirty="0">
              <a:solidFill>
                <a:schemeClr val="accent1">
                  <a:lumMod val="75000"/>
                </a:schemeClr>
              </a:solidFill>
              <a:latin typeface="Gotham Book" panose="02000604040000020004" pitchFamily="50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0807C5B6-113A-FD01-F6F9-27A078EDFDA6}"/>
                  </a:ext>
                </a:extLst>
              </p:cNvPr>
              <p:cNvSpPr txBox="1"/>
              <p:nvPr/>
            </p:nvSpPr>
            <p:spPr>
              <a:xfrm>
                <a:off x="921658" y="3463271"/>
                <a:ext cx="184300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noProof="0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pt-BR" b="0" i="1" noProof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pt-BR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pt-BR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noProof="0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pt-BR" b="0" i="1" noProof="0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  <m:sSub>
                        <m:sSubPr>
                          <m:ctrlPr>
                            <a:rPr lang="pt-BR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noProof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pt-BR" b="0" i="1" noProof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sSubSup>
                        <m:sSubSupPr>
                          <m:ctrlPr>
                            <a:rPr lang="pt-BR" b="0" i="1" noProof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b="0" i="1" noProof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pt-BR" b="0" i="1" noProof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pt-BR" b="0" i="1" noProof="0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sup>
                      </m:sSubSup>
                    </m:oMath>
                  </m:oMathPara>
                </a14:m>
                <a:endParaRPr lang="pt-BR" noProof="0" dirty="0"/>
              </a:p>
            </p:txBody>
          </p:sp>
        </mc:Choice>
        <mc:Fallback xmlns="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0807C5B6-113A-FD01-F6F9-27A078EDFD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658" y="3463271"/>
                <a:ext cx="1843004" cy="276999"/>
              </a:xfrm>
              <a:prstGeom prst="rect">
                <a:avLst/>
              </a:prstGeom>
              <a:blipFill>
                <a:blip r:embed="rId4"/>
                <a:stretch>
                  <a:fillRect l="-1320" b="-15217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CuadroTexto 15">
            <a:extLst>
              <a:ext uri="{FF2B5EF4-FFF2-40B4-BE49-F238E27FC236}">
                <a16:creationId xmlns:a16="http://schemas.microsoft.com/office/drawing/2014/main" id="{88C8EE71-B83F-6355-41FD-EC2F7B50E736}"/>
              </a:ext>
            </a:extLst>
          </p:cNvPr>
          <p:cNvSpPr txBox="1"/>
          <p:nvPr/>
        </p:nvSpPr>
        <p:spPr>
          <a:xfrm>
            <a:off x="921658" y="3970795"/>
            <a:ext cx="7579245" cy="706790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pt-B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pt-BR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pt-B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CCCCCC"/>
                </a:solidFill>
                <a:latin typeface="Consolas" panose="020B0609020204030204" pitchFamily="49" charset="0"/>
              </a:rPr>
              <a:t>= 'Salário']</a:t>
            </a:r>
            <a:endParaRPr lang="pt-B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pt-B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pt-B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w = (1-alpha)*A*k(-1)^alpha;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3DA9B893-06C5-7241-AAE8-FF3326266A87}"/>
                  </a:ext>
                </a:extLst>
              </p:cNvPr>
              <p:cNvSpPr txBox="1"/>
              <p:nvPr/>
            </p:nvSpPr>
            <p:spPr>
              <a:xfrm>
                <a:off x="1005116" y="5213050"/>
                <a:ext cx="1862369" cy="27969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noProof="0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pt-BR" b="0" i="1" noProof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pt-BR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0" i="1" noProof="0" smtClean="0">
                          <a:latin typeface="Cambria Math" panose="02040503050406030204" pitchFamily="18" charset="0"/>
                        </a:rPr>
                        <m:t>𝛼</m:t>
                      </m:r>
                      <m:sSub>
                        <m:sSubPr>
                          <m:ctrlPr>
                            <a:rPr lang="pt-BR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noProof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pt-BR" b="0" i="1" noProof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sSubSup>
                        <m:sSubSupPr>
                          <m:ctrlPr>
                            <a:rPr lang="pt-BR" b="0" i="1" noProof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b="0" i="1" noProof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pt-BR" b="0" i="1" noProof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pt-BR" b="0" i="1" noProof="0" smtClean="0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pt-BR" b="0" i="1" noProof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  <m:r>
                        <a:rPr lang="pt-BR" b="0" i="1" noProof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pt-BR" b="0" i="1" noProof="0" smtClean="0">
                          <a:latin typeface="Cambria Math" panose="02040503050406030204" pitchFamily="18" charset="0"/>
                        </a:rPr>
                        <m:t>𝛿</m:t>
                      </m:r>
                    </m:oMath>
                  </m:oMathPara>
                </a14:m>
                <a:endParaRPr lang="pt-BR" noProof="0" dirty="0"/>
              </a:p>
            </p:txBody>
          </p:sp>
        </mc:Choice>
        <mc:Fallback xmlns="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3DA9B893-06C5-7241-AAE8-FF3326266A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5116" y="5213050"/>
                <a:ext cx="1862369" cy="279692"/>
              </a:xfrm>
              <a:prstGeom prst="rect">
                <a:avLst/>
              </a:prstGeom>
              <a:blipFill>
                <a:blip r:embed="rId5"/>
                <a:stretch>
                  <a:fillRect r="-656" b="-17391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CuadroTexto 18">
            <a:extLst>
              <a:ext uri="{FF2B5EF4-FFF2-40B4-BE49-F238E27FC236}">
                <a16:creationId xmlns:a16="http://schemas.microsoft.com/office/drawing/2014/main" id="{FB5B6AA9-9826-34C8-28EC-A0A6D7079527}"/>
              </a:ext>
            </a:extLst>
          </p:cNvPr>
          <p:cNvSpPr txBox="1"/>
          <p:nvPr/>
        </p:nvSpPr>
        <p:spPr>
          <a:xfrm>
            <a:off x="921658" y="5710621"/>
            <a:ext cx="7579245" cy="706790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pt-B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pt-BR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pt-B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= 'Taxa de retorno </a:t>
            </a:r>
            <a:r>
              <a:rPr lang="pt-BR" sz="1600" dirty="0">
                <a:solidFill>
                  <a:srgbClr val="CCCCCC"/>
                </a:solidFill>
                <a:latin typeface="Consolas" panose="020B0609020204030204" pitchFamily="49" charset="0"/>
              </a:rPr>
              <a:t>do capital']</a:t>
            </a:r>
            <a:endParaRPr lang="pt-B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pt-B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pt-B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r = alpha*A*k(-1)^(alpha-1)-delta;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83177CB2-7209-C812-2256-058DAE3D2ECF}"/>
              </a:ext>
            </a:extLst>
          </p:cNvPr>
          <p:cNvSpPr/>
          <p:nvPr/>
        </p:nvSpPr>
        <p:spPr>
          <a:xfrm>
            <a:off x="921658" y="3021991"/>
            <a:ext cx="1042541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buClr>
                <a:schemeClr val="accent1">
                  <a:lumMod val="75000"/>
                </a:schemeClr>
              </a:buClr>
            </a:pPr>
            <a:r>
              <a:rPr lang="pt-BR" sz="1400" b="1" noProof="0" dirty="0">
                <a:solidFill>
                  <a:schemeClr val="accent1">
                    <a:lumMod val="75000"/>
                  </a:schemeClr>
                </a:solidFill>
                <a:latin typeface="Gotham Book" panose="02000604040000020004" pitchFamily="50" charset="0"/>
              </a:rPr>
              <a:t>Salários</a:t>
            </a:r>
            <a:endParaRPr lang="pt-BR" sz="1400" b="1" i="1" noProof="0" dirty="0">
              <a:solidFill>
                <a:schemeClr val="accent1">
                  <a:lumMod val="75000"/>
                </a:schemeClr>
              </a:solidFill>
              <a:latin typeface="Gotham Book" panose="02000604040000020004" pitchFamily="50" charset="0"/>
            </a:endParaRP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F5DB601B-DF04-7BB9-08C1-73D31E3AA66B}"/>
              </a:ext>
            </a:extLst>
          </p:cNvPr>
          <p:cNvSpPr/>
          <p:nvPr/>
        </p:nvSpPr>
        <p:spPr>
          <a:xfrm>
            <a:off x="928386" y="4815155"/>
            <a:ext cx="1042541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buClr>
                <a:schemeClr val="accent1">
                  <a:lumMod val="75000"/>
                </a:schemeClr>
              </a:buClr>
            </a:pPr>
            <a:r>
              <a:rPr lang="pt-BR" sz="1400" b="1" noProof="0" dirty="0">
                <a:solidFill>
                  <a:schemeClr val="accent1">
                    <a:lumMod val="75000"/>
                  </a:schemeClr>
                </a:solidFill>
                <a:latin typeface="Gotham Book" panose="02000604040000020004" pitchFamily="50" charset="0"/>
              </a:rPr>
              <a:t>Renda de capital</a:t>
            </a:r>
            <a:endParaRPr lang="pt-BR" sz="1400" b="1" i="1" noProof="0" dirty="0">
              <a:solidFill>
                <a:schemeClr val="accent1">
                  <a:lumMod val="75000"/>
                </a:schemeClr>
              </a:solidFill>
              <a:latin typeface="Gotham Book" panose="02000604040000020004" pitchFamily="50" charset="0"/>
            </a:endParaRP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61DD3A87-5100-D7BF-B216-E3E4E4544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80550" y="6507601"/>
            <a:ext cx="401934" cy="208433"/>
          </a:xfrm>
          <a:solidFill>
            <a:srgbClr val="B4C7E7"/>
          </a:solidFill>
        </p:spPr>
        <p:txBody>
          <a:bodyPr/>
          <a:lstStyle/>
          <a:p>
            <a:fld id="{EE745C5F-8F31-4318-ABF5-660B737895AE}" type="slidenum">
              <a:rPr lang="pt-BR" sz="1000" noProof="0" smtClean="0">
                <a:solidFill>
                  <a:schemeClr val="bg1"/>
                </a:solidFill>
                <a:latin typeface="Gotham Book" panose="02000604040000020004" pitchFamily="50" charset="0"/>
              </a:rPr>
              <a:t>28</a:t>
            </a:fld>
            <a:endParaRPr lang="pt-BR" sz="1000" noProof="0" dirty="0">
              <a:solidFill>
                <a:schemeClr val="bg1"/>
              </a:solidFill>
              <a:latin typeface="Gotham Book" panose="02000604040000020004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605260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89">
            <a:extLst>
              <a:ext uri="{FF2B5EF4-FFF2-40B4-BE49-F238E27FC236}">
                <a16:creationId xmlns:a16="http://schemas.microsoft.com/office/drawing/2014/main" id="{5FED718F-9803-800A-F258-487CD4CACD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8336" y="6350242"/>
            <a:ext cx="780356" cy="365792"/>
          </a:xfrm>
          <a:prstGeom prst="rect">
            <a:avLst/>
          </a:prstGeom>
        </p:spPr>
      </p:pic>
      <p:sp>
        <p:nvSpPr>
          <p:cNvPr id="7" name="Rectángulo 5">
            <a:extLst>
              <a:ext uri="{FF2B5EF4-FFF2-40B4-BE49-F238E27FC236}">
                <a16:creationId xmlns:a16="http://schemas.microsoft.com/office/drawing/2014/main" id="{E0388FD9-EC60-F5FE-0362-6544841E372E}"/>
              </a:ext>
            </a:extLst>
          </p:cNvPr>
          <p:cNvSpPr/>
          <p:nvPr/>
        </p:nvSpPr>
        <p:spPr>
          <a:xfrm>
            <a:off x="346933" y="144104"/>
            <a:ext cx="55001" cy="42401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2" name="Grupo 83">
            <a:extLst>
              <a:ext uri="{FF2B5EF4-FFF2-40B4-BE49-F238E27FC236}">
                <a16:creationId xmlns:a16="http://schemas.microsoft.com/office/drawing/2014/main" id="{A4E3474D-8474-798A-0E6D-916DAC09142C}"/>
              </a:ext>
            </a:extLst>
          </p:cNvPr>
          <p:cNvGrpSpPr/>
          <p:nvPr/>
        </p:nvGrpSpPr>
        <p:grpSpPr>
          <a:xfrm>
            <a:off x="0" y="6457233"/>
            <a:ext cx="401934" cy="326337"/>
            <a:chOff x="0" y="6457233"/>
            <a:chExt cx="401934" cy="326337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13" name="Rectángulo redondeado 1">
              <a:extLst>
                <a:ext uri="{FF2B5EF4-FFF2-40B4-BE49-F238E27FC236}">
                  <a16:creationId xmlns:a16="http://schemas.microsoft.com/office/drawing/2014/main" id="{2E36149E-4F40-CC2F-C619-7D35A4F6D6C9}"/>
                </a:ext>
              </a:extLst>
            </p:cNvPr>
            <p:cNvSpPr/>
            <p:nvPr/>
          </p:nvSpPr>
          <p:spPr>
            <a:xfrm>
              <a:off x="0" y="6457233"/>
              <a:ext cx="401934" cy="326337"/>
            </a:xfrm>
            <a:prstGeom prst="flowChartDelay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CuadroTexto 85">
              <a:extLst>
                <a:ext uri="{FF2B5EF4-FFF2-40B4-BE49-F238E27FC236}">
                  <a16:creationId xmlns:a16="http://schemas.microsoft.com/office/drawing/2014/main" id="{1F92F7A6-0826-1FE4-6F5F-0A5263392AAF}"/>
                </a:ext>
              </a:extLst>
            </p:cNvPr>
            <p:cNvSpPr txBox="1"/>
            <p:nvPr/>
          </p:nvSpPr>
          <p:spPr>
            <a:xfrm>
              <a:off x="15073" y="6489596"/>
              <a:ext cx="263223" cy="2616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ok" panose="02000604040000020004" pitchFamily="50" charset="0"/>
                  <a:ea typeface="+mn-ea"/>
                  <a:cs typeface="+mn-cs"/>
                </a:rPr>
                <a:t>6</a:t>
              </a:r>
            </a:p>
          </p:txBody>
        </p:sp>
      </p:grpSp>
      <p:sp>
        <p:nvSpPr>
          <p:cNvPr id="8" name="TextBox 5">
            <a:extLst>
              <a:ext uri="{FF2B5EF4-FFF2-40B4-BE49-F238E27FC236}">
                <a16:creationId xmlns:a16="http://schemas.microsoft.com/office/drawing/2014/main" id="{935D77AE-971F-B7FE-8400-6A3C4B9F7D0C}"/>
              </a:ext>
            </a:extLst>
          </p:cNvPr>
          <p:cNvSpPr txBox="1"/>
          <p:nvPr/>
        </p:nvSpPr>
        <p:spPr>
          <a:xfrm>
            <a:off x="401934" y="168881"/>
            <a:ext cx="1300645" cy="3744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000" noProof="0" dirty="0">
                <a:solidFill>
                  <a:srgbClr val="4D4D4D"/>
                </a:solidFill>
                <a:latin typeface="Gotham Light" pitchFamily="50" charset="0"/>
                <a:cs typeface="Gotham Black" pitchFamily="50" charset="0"/>
              </a:rPr>
              <a:t>Programação</a:t>
            </a:r>
          </a:p>
          <a:p>
            <a:pPr lvl="0">
              <a:lnSpc>
                <a:spcPts val="1100"/>
              </a:lnSpc>
              <a:defRPr/>
            </a:pPr>
            <a:r>
              <a:rPr kumimoji="0" lang="pt-BR" sz="1000" b="1" i="0" u="none" strike="noStrike" kern="1200" cap="none" spc="0" normalizeH="0" baseline="0" noProof="0" dirty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Gotham Light" pitchFamily="50" charset="0"/>
                <a:ea typeface="+mn-ea"/>
                <a:cs typeface="Gotham Black" pitchFamily="50" charset="0"/>
              </a:rPr>
              <a:t>Modelo Ramsey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0807C5B6-113A-FD01-F6F9-27A078EDFDA6}"/>
                  </a:ext>
                </a:extLst>
              </p:cNvPr>
              <p:cNvSpPr txBox="1"/>
              <p:nvPr/>
            </p:nvSpPr>
            <p:spPr>
              <a:xfrm>
                <a:off x="838200" y="2215746"/>
                <a:ext cx="2859822" cy="572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BR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noProof="0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pt-BR" b="0" i="1" noProof="0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pt-BR" b="0" i="1" noProof="0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pt-BR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noProof="0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pt-BR" b="0" i="1" noProof="0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den>
                      </m:f>
                      <m:r>
                        <a:rPr lang="pt-BR" b="0" i="1" noProof="0" smtClean="0">
                          <a:latin typeface="Cambria Math" panose="02040503050406030204" pitchFamily="18" charset="0"/>
                        </a:rPr>
                        <m:t>=1−</m:t>
                      </m:r>
                      <m:r>
                        <a:rPr lang="pt-BR" b="0" i="1" noProof="0" smtClean="0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pt-BR" b="0" i="1" noProof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noProof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pt-BR" b="0" i="1" noProof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sSubSup>
                        <m:sSubSupPr>
                          <m:ctrlPr>
                            <a:rPr lang="pt-BR" b="0" i="1" noProof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b="0" i="1" noProof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pt-BR" b="0" i="1" noProof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pt-BR" b="0" i="1" noProof="0" smtClean="0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pt-BR" b="0" i="1" noProof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  <m:r>
                        <a:rPr lang="pt-BR" b="0" i="1" noProof="0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pt-BR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BR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noProof="0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pt-BR" b="0" i="1" noProof="0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pt-BR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noProof="0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pt-BR" b="0" i="1" noProof="0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pt-BR" noProof="0" dirty="0"/>
              </a:p>
            </p:txBody>
          </p:sp>
        </mc:Choice>
        <mc:Fallback xmlns="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0807C5B6-113A-FD01-F6F9-27A078EDFD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215746"/>
                <a:ext cx="2859822" cy="57272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CuadroTexto 15">
            <a:extLst>
              <a:ext uri="{FF2B5EF4-FFF2-40B4-BE49-F238E27FC236}">
                <a16:creationId xmlns:a16="http://schemas.microsoft.com/office/drawing/2014/main" id="{88C8EE71-B83F-6355-41FD-EC2F7B50E736}"/>
              </a:ext>
            </a:extLst>
          </p:cNvPr>
          <p:cNvSpPr txBox="1"/>
          <p:nvPr/>
        </p:nvSpPr>
        <p:spPr>
          <a:xfrm>
            <a:off x="838200" y="2964857"/>
            <a:ext cx="8122920" cy="706790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pt-B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pt-BR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pt-B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= 'Lei de movimento </a:t>
            </a:r>
            <a:r>
              <a:rPr lang="pt-BR" sz="1600" dirty="0">
                <a:solidFill>
                  <a:srgbClr val="CCCCCC"/>
                </a:solidFill>
                <a:latin typeface="Consolas" panose="020B0609020204030204" pitchFamily="49" charset="0"/>
              </a:rPr>
              <a:t>do capital']</a:t>
            </a:r>
            <a:endParaRPr lang="pt-B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pt-B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pt-B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k/k(-1) = 1-delta+A*k(-1)^(alpha-1)-c/k(-1);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3DA9B893-06C5-7241-AAE8-FF3326266A87}"/>
                  </a:ext>
                </a:extLst>
              </p:cNvPr>
              <p:cNvSpPr txBox="1"/>
              <p:nvPr/>
            </p:nvSpPr>
            <p:spPr>
              <a:xfrm>
                <a:off x="921658" y="4229297"/>
                <a:ext cx="3345596" cy="55412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BR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noProof="0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pt-BR" b="0" i="1" noProof="0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pt-BR" b="0" i="1" noProof="0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pt-BR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noProof="0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pt-BR" b="0" i="1" noProof="0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den>
                      </m:f>
                      <m:r>
                        <a:rPr lang="pt-BR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pt-BR" b="0" i="1" noProof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pt-BR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b="0" i="1" noProof="0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  <m:d>
                                <m:dPr>
                                  <m:ctrlPr>
                                    <a:rPr lang="pt-BR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b="0" i="1" noProof="0" smtClean="0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  <m:sSub>
                                    <m:sSubPr>
                                      <m:ctrlPr>
                                        <a:rPr lang="pt-BR" b="0" i="1" noProof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b="0" i="1" noProof="0" smtClean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pt-BR" b="0" i="1" noProof="0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pt-BR" b="0" i="1" noProof="0" smtClean="0"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sub>
                                  </m:sSub>
                                  <m:sSubSup>
                                    <m:sSubSupPr>
                                      <m:ctrlPr>
                                        <a:rPr lang="pt-BR" b="0" i="1" noProof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pt-BR" b="0" i="1" noProof="0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e>
                                    <m:sub>
                                      <m:r>
                                        <a:rPr lang="pt-BR" b="0" i="1" noProof="0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pt-BR" b="0" i="1" noProof="0" smtClean="0"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sub>
                                    <m:sup>
                                      <m:r>
                                        <a:rPr lang="pt-BR" b="0" i="1" noProof="0" smtClean="0"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  <m:r>
                                        <a:rPr lang="pt-BR" b="0" i="1" noProof="0" smtClean="0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p>
                                  </m:sSubSup>
                                  <m:r>
                                    <a:rPr lang="pt-BR" b="0" i="1" noProof="0" smtClean="0">
                                      <a:latin typeface="Cambria Math" panose="02040503050406030204" pitchFamily="18" charset="0"/>
                                    </a:rPr>
                                    <m:t>+1−</m:t>
                                  </m:r>
                                  <m:r>
                                    <a:rPr lang="pt-BR" b="0" i="1" noProof="0" smtClean="0">
                                      <a:latin typeface="Cambria Math" panose="02040503050406030204" pitchFamily="18" charset="0"/>
                                    </a:rPr>
                                    <m:t>𝛿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f>
                            <m:fPr>
                              <m:ctrlPr>
                                <a:rPr lang="pt-BR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b="0" i="1" noProof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pt-BR" b="0" i="1" noProof="0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pt-BR" noProof="0" dirty="0"/>
              </a:p>
            </p:txBody>
          </p:sp>
        </mc:Choice>
        <mc:Fallback xmlns="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3DA9B893-06C5-7241-AAE8-FF3326266A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658" y="4229297"/>
                <a:ext cx="3345596" cy="55412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CuadroTexto 18">
            <a:extLst>
              <a:ext uri="{FF2B5EF4-FFF2-40B4-BE49-F238E27FC236}">
                <a16:creationId xmlns:a16="http://schemas.microsoft.com/office/drawing/2014/main" id="{FB5B6AA9-9826-34C8-28EC-A0A6D7079527}"/>
              </a:ext>
            </a:extLst>
          </p:cNvPr>
          <p:cNvSpPr txBox="1"/>
          <p:nvPr/>
        </p:nvSpPr>
        <p:spPr>
          <a:xfrm>
            <a:off x="838200" y="5027917"/>
            <a:ext cx="8122920" cy="706790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pt-B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pt-BR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pt-B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= 'Trajetória </a:t>
            </a:r>
            <a:r>
              <a:rPr lang="pt-BR" sz="1600" dirty="0">
                <a:solidFill>
                  <a:srgbClr val="CCCCCC"/>
                </a:solidFill>
                <a:latin typeface="Consolas" panose="020B0609020204030204" pitchFamily="49" charset="0"/>
              </a:rPr>
              <a:t>de consumo']</a:t>
            </a:r>
            <a:endParaRPr lang="pt-B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pt-B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pt-B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c(+1)/c = (beta*(alpha*A(+1)*k^(alpha-1)+1-delta))^(1/sigma);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DA9DEB29-6EA5-FD12-C11C-A029B791EE36}"/>
              </a:ext>
            </a:extLst>
          </p:cNvPr>
          <p:cNvSpPr/>
          <p:nvPr/>
        </p:nvSpPr>
        <p:spPr>
          <a:xfrm>
            <a:off x="838200" y="1792482"/>
            <a:ext cx="1042541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buClr>
                <a:schemeClr val="accent1">
                  <a:lumMod val="75000"/>
                </a:schemeClr>
              </a:buClr>
            </a:pPr>
            <a:r>
              <a:rPr lang="pt-BR" sz="1400" b="1" noProof="0" dirty="0">
                <a:solidFill>
                  <a:schemeClr val="accent1">
                    <a:lumMod val="75000"/>
                  </a:schemeClr>
                </a:solidFill>
                <a:latin typeface="Gotham Book" panose="02000604040000020004" pitchFamily="50" charset="0"/>
              </a:rPr>
              <a:t>Capital</a:t>
            </a:r>
            <a:endParaRPr lang="pt-BR" sz="1400" b="1" i="1" noProof="0" dirty="0">
              <a:solidFill>
                <a:schemeClr val="accent1">
                  <a:lumMod val="75000"/>
                </a:schemeClr>
              </a:solidFill>
              <a:latin typeface="Gotham Book" panose="02000604040000020004" pitchFamily="50" charset="0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49345ACA-A95A-14F1-5296-0A0F2CAB7802}"/>
              </a:ext>
            </a:extLst>
          </p:cNvPr>
          <p:cNvSpPr/>
          <p:nvPr/>
        </p:nvSpPr>
        <p:spPr>
          <a:xfrm>
            <a:off x="838200" y="3818203"/>
            <a:ext cx="1042541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buClr>
                <a:schemeClr val="accent1">
                  <a:lumMod val="75000"/>
                </a:schemeClr>
              </a:buClr>
            </a:pPr>
            <a:r>
              <a:rPr lang="pt-BR" sz="1400" b="1" noProof="0" dirty="0">
                <a:solidFill>
                  <a:schemeClr val="accent1">
                    <a:lumMod val="75000"/>
                  </a:schemeClr>
                </a:solidFill>
                <a:latin typeface="Gotham Book" panose="02000604040000020004" pitchFamily="50" charset="0"/>
              </a:rPr>
              <a:t>Consumo</a:t>
            </a:r>
            <a:endParaRPr lang="pt-BR" sz="1400" b="1" i="1" noProof="0" dirty="0">
              <a:solidFill>
                <a:schemeClr val="accent1">
                  <a:lumMod val="75000"/>
                </a:schemeClr>
              </a:solidFill>
              <a:latin typeface="Gotham Book" panose="02000604040000020004" pitchFamily="50" charset="0"/>
            </a:endParaRP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6B4DBCC3-04AC-BE85-908B-8CB15A166F90}"/>
              </a:ext>
            </a:extLst>
          </p:cNvPr>
          <p:cNvSpPr txBox="1">
            <a:spLocks/>
          </p:cNvSpPr>
          <p:nvPr/>
        </p:nvSpPr>
        <p:spPr>
          <a:xfrm>
            <a:off x="838200" y="552389"/>
            <a:ext cx="10515600" cy="11122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800" b="1" noProof="0" dirty="0">
                <a:solidFill>
                  <a:schemeClr val="accent1">
                    <a:lumMod val="75000"/>
                  </a:schemeClr>
                </a:solidFill>
                <a:latin typeface="Gotham Black" panose="02000604040000020004" pitchFamily="50" charset="0"/>
                <a:cs typeface="Arial" panose="020B0604020202020204" pitchFamily="34" charset="0"/>
              </a:rPr>
              <a:t>Modelo</a:t>
            </a:r>
            <a:br>
              <a:rPr lang="pt-BR" sz="2800" b="1" noProof="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1800" noProof="0" dirty="0">
                <a:solidFill>
                  <a:schemeClr val="bg1">
                    <a:lumMod val="50000"/>
                  </a:schemeClr>
                </a:solidFill>
                <a:latin typeface="Gotham Light" pitchFamily="50" charset="0"/>
                <a:cs typeface="Arial" panose="020B0604020202020204" pitchFamily="34" charset="0"/>
              </a:rPr>
              <a:t>Programação</a:t>
            </a:r>
            <a:endParaRPr lang="pt-BR" sz="2800" i="1" noProof="0" dirty="0">
              <a:latin typeface="Gotham Light" pitchFamily="50" charset="0"/>
            </a:endParaRPr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A92A463F-0DFF-8037-10CE-D99EBD2D7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80550" y="6507601"/>
            <a:ext cx="401934" cy="208433"/>
          </a:xfrm>
          <a:solidFill>
            <a:srgbClr val="B4C7E7"/>
          </a:solidFill>
        </p:spPr>
        <p:txBody>
          <a:bodyPr/>
          <a:lstStyle/>
          <a:p>
            <a:fld id="{EE745C5F-8F31-4318-ABF5-660B737895AE}" type="slidenum">
              <a:rPr lang="pt-BR" sz="1000" noProof="0" smtClean="0">
                <a:solidFill>
                  <a:schemeClr val="bg1"/>
                </a:solidFill>
                <a:latin typeface="Gotham Book" panose="02000604040000020004" pitchFamily="50" charset="0"/>
              </a:rPr>
              <a:t>29</a:t>
            </a:fld>
            <a:endParaRPr lang="pt-BR" sz="1000" noProof="0" dirty="0">
              <a:solidFill>
                <a:schemeClr val="bg1"/>
              </a:solidFill>
              <a:latin typeface="Gotham Book" panose="02000604040000020004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177992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89">
            <a:extLst>
              <a:ext uri="{FF2B5EF4-FFF2-40B4-BE49-F238E27FC236}">
                <a16:creationId xmlns:a16="http://schemas.microsoft.com/office/drawing/2014/main" id="{5FED718F-9803-800A-F258-487CD4CACD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8336" y="6350242"/>
            <a:ext cx="780356" cy="365792"/>
          </a:xfrm>
          <a:prstGeom prst="rect">
            <a:avLst/>
          </a:prstGeom>
        </p:spPr>
      </p:pic>
      <p:sp>
        <p:nvSpPr>
          <p:cNvPr id="7" name="Rectángulo 5">
            <a:extLst>
              <a:ext uri="{FF2B5EF4-FFF2-40B4-BE49-F238E27FC236}">
                <a16:creationId xmlns:a16="http://schemas.microsoft.com/office/drawing/2014/main" id="{E0388FD9-EC60-F5FE-0362-6544841E372E}"/>
              </a:ext>
            </a:extLst>
          </p:cNvPr>
          <p:cNvSpPr/>
          <p:nvPr/>
        </p:nvSpPr>
        <p:spPr>
          <a:xfrm>
            <a:off x="346933" y="144104"/>
            <a:ext cx="55001" cy="42401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2" name="Grupo 83">
            <a:extLst>
              <a:ext uri="{FF2B5EF4-FFF2-40B4-BE49-F238E27FC236}">
                <a16:creationId xmlns:a16="http://schemas.microsoft.com/office/drawing/2014/main" id="{A4E3474D-8474-798A-0E6D-916DAC09142C}"/>
              </a:ext>
            </a:extLst>
          </p:cNvPr>
          <p:cNvGrpSpPr/>
          <p:nvPr/>
        </p:nvGrpSpPr>
        <p:grpSpPr>
          <a:xfrm>
            <a:off x="0" y="6457233"/>
            <a:ext cx="401934" cy="326337"/>
            <a:chOff x="0" y="6457233"/>
            <a:chExt cx="401934" cy="326337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13" name="Rectángulo redondeado 1">
              <a:extLst>
                <a:ext uri="{FF2B5EF4-FFF2-40B4-BE49-F238E27FC236}">
                  <a16:creationId xmlns:a16="http://schemas.microsoft.com/office/drawing/2014/main" id="{2E36149E-4F40-CC2F-C619-7D35A4F6D6C9}"/>
                </a:ext>
              </a:extLst>
            </p:cNvPr>
            <p:cNvSpPr/>
            <p:nvPr/>
          </p:nvSpPr>
          <p:spPr>
            <a:xfrm>
              <a:off x="0" y="6457233"/>
              <a:ext cx="401934" cy="326337"/>
            </a:xfrm>
            <a:prstGeom prst="flowChartDelay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CuadroTexto 85">
              <a:extLst>
                <a:ext uri="{FF2B5EF4-FFF2-40B4-BE49-F238E27FC236}">
                  <a16:creationId xmlns:a16="http://schemas.microsoft.com/office/drawing/2014/main" id="{1F92F7A6-0826-1FE4-6F5F-0A5263392AAF}"/>
                </a:ext>
              </a:extLst>
            </p:cNvPr>
            <p:cNvSpPr txBox="1"/>
            <p:nvPr/>
          </p:nvSpPr>
          <p:spPr>
            <a:xfrm>
              <a:off x="15073" y="6489596"/>
              <a:ext cx="263223" cy="2616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ok" panose="02000604040000020004" pitchFamily="50" charset="0"/>
                  <a:ea typeface="+mn-ea"/>
                  <a:cs typeface="+mn-cs"/>
                </a:rPr>
                <a:t>6</a:t>
              </a:r>
            </a:p>
          </p:txBody>
        </p:sp>
      </p:grpSp>
      <p:sp>
        <p:nvSpPr>
          <p:cNvPr id="8" name="TextBox 5">
            <a:extLst>
              <a:ext uri="{FF2B5EF4-FFF2-40B4-BE49-F238E27FC236}">
                <a16:creationId xmlns:a16="http://schemas.microsoft.com/office/drawing/2014/main" id="{935D77AE-971F-B7FE-8400-6A3C4B9F7D0C}"/>
              </a:ext>
            </a:extLst>
          </p:cNvPr>
          <p:cNvSpPr txBox="1"/>
          <p:nvPr/>
        </p:nvSpPr>
        <p:spPr>
          <a:xfrm>
            <a:off x="401934" y="168881"/>
            <a:ext cx="1300645" cy="3744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000" noProof="0" dirty="0">
                <a:solidFill>
                  <a:srgbClr val="4D4D4D"/>
                </a:solidFill>
                <a:latin typeface="Gotham Light" pitchFamily="50" charset="0"/>
                <a:cs typeface="Gotham Black" pitchFamily="50" charset="0"/>
              </a:rPr>
              <a:t>Programação</a:t>
            </a:r>
          </a:p>
          <a:p>
            <a:pPr lvl="0">
              <a:lnSpc>
                <a:spcPts val="1100"/>
              </a:lnSpc>
              <a:defRPr/>
            </a:pPr>
            <a:r>
              <a:rPr kumimoji="0" lang="pt-BR" sz="1000" b="1" i="0" u="none" strike="noStrike" kern="1200" cap="none" spc="0" normalizeH="0" baseline="0" noProof="0" dirty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Gotham Light" pitchFamily="50" charset="0"/>
                <a:ea typeface="+mn-ea"/>
                <a:cs typeface="Gotham Black" pitchFamily="50" charset="0"/>
              </a:rPr>
              <a:t>Modelo Ramsey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0807C5B6-113A-FD01-F6F9-27A078EDFDA6}"/>
                  </a:ext>
                </a:extLst>
              </p:cNvPr>
              <p:cNvSpPr txBox="1"/>
              <p:nvPr/>
            </p:nvSpPr>
            <p:spPr>
              <a:xfrm>
                <a:off x="838200" y="2215746"/>
                <a:ext cx="106324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noProof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pt-BR" b="0" i="1" noProof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pt-BR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noProof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pt-BR" b="0" i="1" noProof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sSubSup>
                        <m:sSubSupPr>
                          <m:ctrlPr>
                            <a:rPr lang="pt-BR" b="0" i="1" noProof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b="0" i="1" noProof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pt-BR" b="0" i="1" noProof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pt-BR" b="0" i="1" noProof="0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sup>
                      </m:sSubSup>
                    </m:oMath>
                  </m:oMathPara>
                </a14:m>
                <a:endParaRPr lang="pt-BR" noProof="0" dirty="0"/>
              </a:p>
            </p:txBody>
          </p:sp>
        </mc:Choice>
        <mc:Fallback xmlns="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0807C5B6-113A-FD01-F6F9-27A078EDFD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215746"/>
                <a:ext cx="1063240" cy="276999"/>
              </a:xfrm>
              <a:prstGeom prst="rect">
                <a:avLst/>
              </a:prstGeom>
              <a:blipFill>
                <a:blip r:embed="rId4"/>
                <a:stretch>
                  <a:fillRect l="-5172" b="-23913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CuadroTexto 15">
            <a:extLst>
              <a:ext uri="{FF2B5EF4-FFF2-40B4-BE49-F238E27FC236}">
                <a16:creationId xmlns:a16="http://schemas.microsoft.com/office/drawing/2014/main" id="{88C8EE71-B83F-6355-41FD-EC2F7B50E736}"/>
              </a:ext>
            </a:extLst>
          </p:cNvPr>
          <p:cNvSpPr txBox="1"/>
          <p:nvPr/>
        </p:nvSpPr>
        <p:spPr>
          <a:xfrm>
            <a:off x="838200" y="2735551"/>
            <a:ext cx="6197301" cy="706790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pt-B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pt-BR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pt-B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= 'Função </a:t>
            </a:r>
            <a:r>
              <a:rPr lang="pt-BR" sz="1600" dirty="0">
                <a:solidFill>
                  <a:srgbClr val="CCCCCC"/>
                </a:solidFill>
                <a:latin typeface="Consolas" panose="020B0609020204030204" pitchFamily="49" charset="0"/>
              </a:rPr>
              <a:t>de produção']</a:t>
            </a:r>
            <a:endParaRPr lang="pt-B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pt-B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pt-B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y = A*k(-1)^alpha;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3DA9B893-06C5-7241-AAE8-FF3326266A87}"/>
                  </a:ext>
                </a:extLst>
              </p:cNvPr>
              <p:cNvSpPr txBox="1"/>
              <p:nvPr/>
            </p:nvSpPr>
            <p:spPr>
              <a:xfrm>
                <a:off x="903808" y="4090796"/>
                <a:ext cx="4114140" cy="2803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pt-BR" b="0" i="1" noProof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pt-BR" b="0" i="0" noProof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sSub>
                            <m:sSubPr>
                              <m:ctrlPr>
                                <a:rPr lang="pt-BR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noProof="0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pt-BR" b="0" i="1" noProof="0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func>
                      <m:r>
                        <a:rPr lang="pt-BR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0" i="1" noProof="0" smtClean="0">
                          <a:latin typeface="Cambria Math" panose="02040503050406030204" pitchFamily="18" charset="0"/>
                        </a:rPr>
                        <m:t>𝜌</m:t>
                      </m:r>
                      <m:func>
                        <m:funcPr>
                          <m:ctrlPr>
                            <a:rPr lang="pt-BR" b="0" i="1" noProof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pt-BR" b="0" i="0" noProof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sSub>
                            <m:sSubPr>
                              <m:ctrlPr>
                                <a:rPr lang="pt-BR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noProof="0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pt-BR" b="0" i="1" noProof="0" smtClean="0">
                                  <a:latin typeface="Cambria Math" panose="02040503050406030204" pitchFamily="18" charset="0"/>
                                </a:rPr>
                                <m:t>𝑠𝑠</m:t>
                              </m:r>
                            </m:sub>
                          </m:sSub>
                        </m:e>
                      </m:func>
                      <m:r>
                        <a:rPr lang="pt-BR" b="0" i="1" noProof="0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pt-BR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noProof="0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pt-BR" b="0" i="1" noProof="0" smtClean="0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</m:d>
                      <m:func>
                        <m:funcPr>
                          <m:ctrlPr>
                            <a:rPr lang="pt-BR" b="0" i="1" noProof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pt-BR" b="0" i="0" noProof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sSub>
                            <m:sSubPr>
                              <m:ctrlPr>
                                <a:rPr lang="pt-BR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noProof="0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pt-BR" b="0" i="1" noProof="0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pt-BR" b="0" i="1" noProof="0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e>
                      </m:func>
                      <m:r>
                        <a:rPr lang="pt-BR" b="0" i="1" noProof="0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pt-BR" b="0" i="1" noProof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b="0" i="1" noProof="0" smtClean="0"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pt-BR" b="0" i="1" noProof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pt-BR" b="0" i="1" noProof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p>
                      </m:sSubSup>
                    </m:oMath>
                  </m:oMathPara>
                </a14:m>
                <a:endParaRPr lang="pt-BR" noProof="0" dirty="0"/>
              </a:p>
            </p:txBody>
          </p:sp>
        </mc:Choice>
        <mc:Fallback xmlns="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3DA9B893-06C5-7241-AAE8-FF3326266A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808" y="4090796"/>
                <a:ext cx="4114140" cy="280333"/>
              </a:xfrm>
              <a:prstGeom prst="rect">
                <a:avLst/>
              </a:prstGeom>
              <a:blipFill>
                <a:blip r:embed="rId5"/>
                <a:stretch>
                  <a:fillRect l="-1630" b="-34783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CuadroTexto 18">
            <a:extLst>
              <a:ext uri="{FF2B5EF4-FFF2-40B4-BE49-F238E27FC236}">
                <a16:creationId xmlns:a16="http://schemas.microsoft.com/office/drawing/2014/main" id="{FB5B6AA9-9826-34C8-28EC-A0A6D7079527}"/>
              </a:ext>
            </a:extLst>
          </p:cNvPr>
          <p:cNvSpPr txBox="1"/>
          <p:nvPr/>
        </p:nvSpPr>
        <p:spPr>
          <a:xfrm>
            <a:off x="838200" y="4610813"/>
            <a:ext cx="6197301" cy="706790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pt-B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pt-BR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pt-B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CCCCCC"/>
                </a:solidFill>
                <a:latin typeface="Consolas" panose="020B0609020204030204" pitchFamily="49" charset="0"/>
              </a:rPr>
              <a:t>= 'Produtividade']</a:t>
            </a:r>
            <a:endParaRPr lang="pt-B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pt-B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pt-B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log(A) = </a:t>
            </a:r>
            <a:r>
              <a:rPr lang="pt-BR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rho</a:t>
            </a:r>
            <a:r>
              <a:rPr lang="pt-B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*log(A(-1))+(1-rho)*log(</a:t>
            </a:r>
            <a:r>
              <a:rPr lang="pt-BR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A_ss</a:t>
            </a:r>
            <a:r>
              <a:rPr lang="pt-B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)+</a:t>
            </a:r>
            <a:r>
              <a:rPr lang="pt-BR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e_A</a:t>
            </a:r>
            <a:r>
              <a:rPr lang="pt-B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DA9DEB29-6EA5-FD12-C11C-A029B791EE36}"/>
              </a:ext>
            </a:extLst>
          </p:cNvPr>
          <p:cNvSpPr/>
          <p:nvPr/>
        </p:nvSpPr>
        <p:spPr>
          <a:xfrm>
            <a:off x="838200" y="1792482"/>
            <a:ext cx="1042541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buClr>
                <a:schemeClr val="accent1">
                  <a:lumMod val="75000"/>
                </a:schemeClr>
              </a:buClr>
            </a:pPr>
            <a:r>
              <a:rPr lang="pt-BR" sz="1400" b="1" noProof="0" dirty="0">
                <a:solidFill>
                  <a:schemeClr val="accent1">
                    <a:lumMod val="75000"/>
                  </a:schemeClr>
                </a:solidFill>
                <a:latin typeface="Gotham Book" panose="02000604040000020004" pitchFamily="50" charset="0"/>
              </a:rPr>
              <a:t>Produto</a:t>
            </a:r>
            <a:endParaRPr lang="pt-BR" sz="1400" b="1" i="1" noProof="0" dirty="0">
              <a:solidFill>
                <a:schemeClr val="accent1">
                  <a:lumMod val="75000"/>
                </a:schemeClr>
              </a:solidFill>
              <a:latin typeface="Gotham Book" panose="02000604040000020004" pitchFamily="50" charset="0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49345ACA-A95A-14F1-5296-0A0F2CAB7802}"/>
              </a:ext>
            </a:extLst>
          </p:cNvPr>
          <p:cNvSpPr/>
          <p:nvPr/>
        </p:nvSpPr>
        <p:spPr>
          <a:xfrm>
            <a:off x="838200" y="3652028"/>
            <a:ext cx="1042541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buClr>
                <a:schemeClr val="accent1">
                  <a:lumMod val="75000"/>
                </a:schemeClr>
              </a:buClr>
            </a:pPr>
            <a:r>
              <a:rPr lang="pt-BR" sz="1400" b="1" noProof="0" dirty="0">
                <a:solidFill>
                  <a:schemeClr val="accent1">
                    <a:lumMod val="75000"/>
                  </a:schemeClr>
                </a:solidFill>
                <a:latin typeface="Gotham Book" panose="02000604040000020004" pitchFamily="50" charset="0"/>
              </a:rPr>
              <a:t>Produtividade</a:t>
            </a:r>
            <a:endParaRPr lang="pt-BR" sz="1400" b="1" i="1" noProof="0" dirty="0">
              <a:solidFill>
                <a:schemeClr val="accent1">
                  <a:lumMod val="75000"/>
                </a:schemeClr>
              </a:solidFill>
              <a:latin typeface="Gotham Book" panose="02000604040000020004" pitchFamily="50" charset="0"/>
            </a:endParaRP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347FDB4F-2116-1E97-F2C5-4028EF5C0CDC}"/>
              </a:ext>
            </a:extLst>
          </p:cNvPr>
          <p:cNvSpPr txBox="1">
            <a:spLocks/>
          </p:cNvSpPr>
          <p:nvPr/>
        </p:nvSpPr>
        <p:spPr>
          <a:xfrm>
            <a:off x="838200" y="552389"/>
            <a:ext cx="10515600" cy="11122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800" b="1" noProof="0" dirty="0">
                <a:solidFill>
                  <a:schemeClr val="accent1">
                    <a:lumMod val="75000"/>
                  </a:schemeClr>
                </a:solidFill>
                <a:latin typeface="Gotham Black" panose="02000604040000020004" pitchFamily="50" charset="0"/>
                <a:cs typeface="Arial" panose="020B0604020202020204" pitchFamily="34" charset="0"/>
              </a:rPr>
              <a:t>Modelo</a:t>
            </a:r>
            <a:br>
              <a:rPr lang="pt-BR" sz="2800" b="1" noProof="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1800" noProof="0" dirty="0">
                <a:solidFill>
                  <a:schemeClr val="bg1">
                    <a:lumMod val="50000"/>
                  </a:schemeClr>
                </a:solidFill>
                <a:latin typeface="Gotham Light" pitchFamily="50" charset="0"/>
                <a:cs typeface="Arial" panose="020B0604020202020204" pitchFamily="34" charset="0"/>
              </a:rPr>
              <a:t>Programação</a:t>
            </a:r>
            <a:endParaRPr lang="pt-BR" sz="2800" i="1" noProof="0" dirty="0">
              <a:latin typeface="Gotham Light" pitchFamily="50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0D7AE1C8-4F42-6926-CC8C-ACA248F72DC0}"/>
              </a:ext>
            </a:extLst>
          </p:cNvPr>
          <p:cNvSpPr txBox="1"/>
          <p:nvPr/>
        </p:nvSpPr>
        <p:spPr>
          <a:xfrm>
            <a:off x="838200" y="5881486"/>
            <a:ext cx="6197301" cy="316824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s-CO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s-CO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72AD93C3-A72E-114A-3C45-F724A0EDF54C}"/>
              </a:ext>
            </a:extLst>
          </p:cNvPr>
          <p:cNvSpPr/>
          <p:nvPr/>
        </p:nvSpPr>
        <p:spPr>
          <a:xfrm>
            <a:off x="200967" y="5511574"/>
            <a:ext cx="525779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  <a:buClr>
                <a:schemeClr val="accent1">
                  <a:lumMod val="75000"/>
                </a:schemeClr>
              </a:buClr>
            </a:pPr>
            <a:r>
              <a:rPr lang="pt-BR" sz="1400" noProof="0" dirty="0">
                <a:solidFill>
                  <a:schemeClr val="accent1">
                    <a:lumMod val="75000"/>
                  </a:schemeClr>
                </a:solidFill>
                <a:latin typeface="Gotham Book" panose="02000604040000020004" pitchFamily="50" charset="0"/>
              </a:rPr>
              <a:t>O ambiente para a definição do modelo está finalizado.</a:t>
            </a:r>
            <a:endParaRPr lang="pt-BR" sz="1400" i="1" noProof="0" dirty="0">
              <a:solidFill>
                <a:schemeClr val="accent1">
                  <a:lumMod val="75000"/>
                </a:schemeClr>
              </a:solidFill>
              <a:latin typeface="Gotham Book" panose="02000604040000020004" pitchFamily="50" charset="0"/>
            </a:endParaRPr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60996B3D-FCB9-4543-3ED9-08F476550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80550" y="6507601"/>
            <a:ext cx="401934" cy="208433"/>
          </a:xfrm>
          <a:solidFill>
            <a:srgbClr val="B4C7E7"/>
          </a:solidFill>
        </p:spPr>
        <p:txBody>
          <a:bodyPr/>
          <a:lstStyle/>
          <a:p>
            <a:fld id="{EE745C5F-8F31-4318-ABF5-660B737895AE}" type="slidenum">
              <a:rPr lang="pt-BR" sz="1000" noProof="0" smtClean="0">
                <a:solidFill>
                  <a:schemeClr val="bg1"/>
                </a:solidFill>
                <a:latin typeface="Gotham Book" panose="02000604040000020004" pitchFamily="50" charset="0"/>
              </a:rPr>
              <a:t>30</a:t>
            </a:fld>
            <a:endParaRPr lang="pt-BR" sz="1000" noProof="0" dirty="0">
              <a:solidFill>
                <a:schemeClr val="bg1"/>
              </a:solidFill>
              <a:latin typeface="Gotham Book" panose="02000604040000020004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272929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89">
            <a:extLst>
              <a:ext uri="{FF2B5EF4-FFF2-40B4-BE49-F238E27FC236}">
                <a16:creationId xmlns:a16="http://schemas.microsoft.com/office/drawing/2014/main" id="{5FED718F-9803-800A-F258-487CD4CACD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8336" y="6350242"/>
            <a:ext cx="780356" cy="365792"/>
          </a:xfrm>
          <a:prstGeom prst="rect">
            <a:avLst/>
          </a:prstGeom>
        </p:spPr>
      </p:pic>
      <p:sp>
        <p:nvSpPr>
          <p:cNvPr id="7" name="Rectángulo 5">
            <a:extLst>
              <a:ext uri="{FF2B5EF4-FFF2-40B4-BE49-F238E27FC236}">
                <a16:creationId xmlns:a16="http://schemas.microsoft.com/office/drawing/2014/main" id="{E0388FD9-EC60-F5FE-0362-6544841E372E}"/>
              </a:ext>
            </a:extLst>
          </p:cNvPr>
          <p:cNvSpPr/>
          <p:nvPr/>
        </p:nvSpPr>
        <p:spPr>
          <a:xfrm>
            <a:off x="346933" y="144104"/>
            <a:ext cx="55001" cy="42401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2" name="Grupo 83">
            <a:extLst>
              <a:ext uri="{FF2B5EF4-FFF2-40B4-BE49-F238E27FC236}">
                <a16:creationId xmlns:a16="http://schemas.microsoft.com/office/drawing/2014/main" id="{A4E3474D-8474-798A-0E6D-916DAC09142C}"/>
              </a:ext>
            </a:extLst>
          </p:cNvPr>
          <p:cNvGrpSpPr/>
          <p:nvPr/>
        </p:nvGrpSpPr>
        <p:grpSpPr>
          <a:xfrm>
            <a:off x="0" y="6457233"/>
            <a:ext cx="401934" cy="326337"/>
            <a:chOff x="0" y="6457233"/>
            <a:chExt cx="401934" cy="326337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13" name="Rectángulo redondeado 1">
              <a:extLst>
                <a:ext uri="{FF2B5EF4-FFF2-40B4-BE49-F238E27FC236}">
                  <a16:creationId xmlns:a16="http://schemas.microsoft.com/office/drawing/2014/main" id="{2E36149E-4F40-CC2F-C619-7D35A4F6D6C9}"/>
                </a:ext>
              </a:extLst>
            </p:cNvPr>
            <p:cNvSpPr/>
            <p:nvPr/>
          </p:nvSpPr>
          <p:spPr>
            <a:xfrm>
              <a:off x="0" y="6457233"/>
              <a:ext cx="401934" cy="326337"/>
            </a:xfrm>
            <a:prstGeom prst="flowChartDelay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CuadroTexto 85">
              <a:extLst>
                <a:ext uri="{FF2B5EF4-FFF2-40B4-BE49-F238E27FC236}">
                  <a16:creationId xmlns:a16="http://schemas.microsoft.com/office/drawing/2014/main" id="{1F92F7A6-0826-1FE4-6F5F-0A5263392AAF}"/>
                </a:ext>
              </a:extLst>
            </p:cNvPr>
            <p:cNvSpPr txBox="1"/>
            <p:nvPr/>
          </p:nvSpPr>
          <p:spPr>
            <a:xfrm>
              <a:off x="15073" y="6489596"/>
              <a:ext cx="263223" cy="2616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ok" panose="02000604040000020004" pitchFamily="50" charset="0"/>
                  <a:ea typeface="+mn-ea"/>
                  <a:cs typeface="+mn-cs"/>
                </a:rPr>
                <a:t>6</a:t>
              </a:r>
            </a:p>
          </p:txBody>
        </p:sp>
      </p:grpSp>
      <p:sp>
        <p:nvSpPr>
          <p:cNvPr id="8" name="TextBox 5">
            <a:extLst>
              <a:ext uri="{FF2B5EF4-FFF2-40B4-BE49-F238E27FC236}">
                <a16:creationId xmlns:a16="http://schemas.microsoft.com/office/drawing/2014/main" id="{935D77AE-971F-B7FE-8400-6A3C4B9F7D0C}"/>
              </a:ext>
            </a:extLst>
          </p:cNvPr>
          <p:cNvSpPr txBox="1"/>
          <p:nvPr/>
        </p:nvSpPr>
        <p:spPr>
          <a:xfrm>
            <a:off x="401934" y="168881"/>
            <a:ext cx="1300645" cy="3744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000" noProof="0" dirty="0">
                <a:solidFill>
                  <a:srgbClr val="4D4D4D"/>
                </a:solidFill>
                <a:latin typeface="Gotham Light" pitchFamily="50" charset="0"/>
                <a:cs typeface="Gotham Black" pitchFamily="50" charset="0"/>
              </a:rPr>
              <a:t>Programação</a:t>
            </a:r>
          </a:p>
          <a:p>
            <a:pPr lvl="0">
              <a:lnSpc>
                <a:spcPts val="1100"/>
              </a:lnSpc>
              <a:defRPr/>
            </a:pPr>
            <a:r>
              <a:rPr kumimoji="0" lang="pt-BR" sz="1000" b="1" i="0" u="none" strike="noStrike" kern="1200" cap="none" spc="0" normalizeH="0" baseline="0" noProof="0" dirty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Gotham Light" pitchFamily="50" charset="0"/>
                <a:ea typeface="+mn-ea"/>
                <a:cs typeface="Gotham Black" pitchFamily="50" charset="0"/>
              </a:rPr>
              <a:t>Modelo Ramsey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347FDB4F-2116-1E97-F2C5-4028EF5C0CDC}"/>
              </a:ext>
            </a:extLst>
          </p:cNvPr>
          <p:cNvSpPr txBox="1">
            <a:spLocks/>
          </p:cNvSpPr>
          <p:nvPr/>
        </p:nvSpPr>
        <p:spPr>
          <a:xfrm>
            <a:off x="838200" y="552389"/>
            <a:ext cx="10515600" cy="11122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800" b="1" noProof="0" dirty="0">
                <a:solidFill>
                  <a:schemeClr val="accent1">
                    <a:lumMod val="75000"/>
                  </a:schemeClr>
                </a:solidFill>
                <a:latin typeface="Gotham Black" panose="02000604040000020004" pitchFamily="50" charset="0"/>
                <a:cs typeface="Arial" panose="020B0604020202020204" pitchFamily="34" charset="0"/>
              </a:rPr>
              <a:t>Valores iniciais</a:t>
            </a:r>
            <a:br>
              <a:rPr lang="pt-BR" sz="2800" b="1" noProof="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1800" noProof="0" dirty="0">
                <a:solidFill>
                  <a:schemeClr val="bg1">
                    <a:lumMod val="50000"/>
                  </a:schemeClr>
                </a:solidFill>
                <a:latin typeface="Gotham Light" pitchFamily="50" charset="0"/>
                <a:cs typeface="Arial" panose="020B0604020202020204" pitchFamily="34" charset="0"/>
              </a:rPr>
              <a:t>Programação</a:t>
            </a:r>
            <a:endParaRPr lang="pt-BR" sz="2800" i="1" noProof="0" dirty="0">
              <a:latin typeface="Gotham Light" pitchFamily="50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64B8363-6AFB-5A83-EDFF-298555C7FA54}"/>
              </a:ext>
            </a:extLst>
          </p:cNvPr>
          <p:cNvSpPr txBox="1"/>
          <p:nvPr/>
        </p:nvSpPr>
        <p:spPr>
          <a:xfrm>
            <a:off x="921659" y="2171077"/>
            <a:ext cx="7659634" cy="309518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s-CO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initval</a:t>
            </a:r>
            <a:r>
              <a:rPr lang="es-CO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62EA0A48-C798-5553-7E97-F97E2C13B157}"/>
              </a:ext>
            </a:extLst>
          </p:cNvPr>
          <p:cNvSpPr/>
          <p:nvPr/>
        </p:nvSpPr>
        <p:spPr>
          <a:xfrm>
            <a:off x="838200" y="1763946"/>
            <a:ext cx="1085536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buClr>
                <a:schemeClr val="accent1">
                  <a:lumMod val="75000"/>
                </a:schemeClr>
              </a:buClr>
            </a:pPr>
            <a:r>
              <a:rPr lang="pt-BR" sz="1400" noProof="0" dirty="0">
                <a:solidFill>
                  <a:schemeClr val="accent1">
                    <a:lumMod val="75000"/>
                  </a:schemeClr>
                </a:solidFill>
                <a:latin typeface="Gotham Book" panose="02000604040000020004" pitchFamily="50" charset="0"/>
              </a:rPr>
              <a:t>O ambiente é inicializado para especificar os valores iniciais das variáveis endógenas.</a:t>
            </a:r>
            <a:endParaRPr lang="pt-BR" sz="1400" i="1" noProof="0" dirty="0">
              <a:solidFill>
                <a:schemeClr val="accent1">
                  <a:lumMod val="75000"/>
                </a:schemeClr>
              </a:solidFill>
              <a:latin typeface="Gotham Book" panose="02000604040000020004" pitchFamily="50" charset="0"/>
            </a:endParaRP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5231D463-4D70-7C69-C41E-314149E11D1E}"/>
              </a:ext>
            </a:extLst>
          </p:cNvPr>
          <p:cNvSpPr/>
          <p:nvPr/>
        </p:nvSpPr>
        <p:spPr>
          <a:xfrm>
            <a:off x="838200" y="2617954"/>
            <a:ext cx="1085536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buClr>
                <a:schemeClr val="accent1">
                  <a:lumMod val="75000"/>
                </a:schemeClr>
              </a:buClr>
            </a:pPr>
            <a:r>
              <a:rPr lang="pt-BR" sz="1400" noProof="0" dirty="0">
                <a:solidFill>
                  <a:schemeClr val="accent1">
                    <a:lumMod val="75000"/>
                  </a:schemeClr>
                </a:solidFill>
                <a:latin typeface="Gotham Book" panose="02000604040000020004" pitchFamily="50" charset="0"/>
              </a:rPr>
              <a:t>Os valores iniciais das variáveis endógenas são especificados.</a:t>
            </a:r>
            <a:endParaRPr lang="pt-BR" sz="1400" i="1" noProof="0" dirty="0">
              <a:solidFill>
                <a:schemeClr val="accent1">
                  <a:lumMod val="75000"/>
                </a:schemeClr>
              </a:solidFill>
              <a:latin typeface="Gotham Book" panose="02000604040000020004" pitchFamily="50" charset="0"/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949AACAA-023B-2F44-9083-D05E5082EA32}"/>
              </a:ext>
            </a:extLst>
          </p:cNvPr>
          <p:cNvSpPr txBox="1"/>
          <p:nvPr/>
        </p:nvSpPr>
        <p:spPr>
          <a:xfrm>
            <a:off x="921659" y="3074027"/>
            <a:ext cx="7659634" cy="1302698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pt-B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 = </a:t>
            </a:r>
            <a:r>
              <a:rPr lang="pt-BR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c_ss</a:t>
            </a:r>
            <a:r>
              <a:rPr lang="pt-B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pt-B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k = </a:t>
            </a:r>
            <a:r>
              <a:rPr lang="pt-BR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k_ss</a:t>
            </a:r>
            <a:r>
              <a:rPr lang="pt-B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pt-B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w = </a:t>
            </a:r>
            <a:r>
              <a:rPr lang="pt-BR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w_ss</a:t>
            </a:r>
            <a:r>
              <a:rPr lang="pt-B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pt-B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r = </a:t>
            </a:r>
            <a:r>
              <a:rPr lang="pt-BR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r_ss</a:t>
            </a:r>
            <a:r>
              <a:rPr lang="pt-B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             </a:t>
            </a:r>
          </a:p>
          <a:p>
            <a:pPr>
              <a:lnSpc>
                <a:spcPts val="1425"/>
              </a:lnSpc>
              <a:buNone/>
            </a:pPr>
            <a:r>
              <a:rPr lang="pt-B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A = </a:t>
            </a:r>
            <a:r>
              <a:rPr lang="pt-BR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A_ss</a:t>
            </a:r>
            <a:r>
              <a:rPr lang="pt-B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pt-B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y = </a:t>
            </a:r>
            <a:r>
              <a:rPr lang="pt-BR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y_ss</a:t>
            </a:r>
            <a:r>
              <a:rPr lang="pt-B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6D1F0414-AE84-91C6-A7AA-32CAE2E79645}"/>
              </a:ext>
            </a:extLst>
          </p:cNvPr>
          <p:cNvSpPr txBox="1"/>
          <p:nvPr/>
        </p:nvSpPr>
        <p:spPr>
          <a:xfrm>
            <a:off x="921659" y="4980688"/>
            <a:ext cx="7659634" cy="309518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s-CO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s-CO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217C42F9-3F99-1188-20AF-0C604D2545F0}"/>
              </a:ext>
            </a:extLst>
          </p:cNvPr>
          <p:cNvSpPr/>
          <p:nvPr/>
        </p:nvSpPr>
        <p:spPr>
          <a:xfrm>
            <a:off x="838200" y="4525021"/>
            <a:ext cx="1085536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buClr>
                <a:schemeClr val="accent1">
                  <a:lumMod val="75000"/>
                </a:schemeClr>
              </a:buClr>
            </a:pPr>
            <a:r>
              <a:rPr lang="pt-BR" sz="1400" noProof="0" dirty="0">
                <a:solidFill>
                  <a:schemeClr val="accent1">
                    <a:lumMod val="75000"/>
                  </a:schemeClr>
                </a:solidFill>
                <a:latin typeface="Gotham Book" panose="02000604040000020004" pitchFamily="50" charset="0"/>
              </a:rPr>
              <a:t>O ambiente para a especificação das valores iniciais é finalizado.</a:t>
            </a:r>
            <a:endParaRPr lang="pt-BR" sz="1400" i="1" noProof="0" dirty="0">
              <a:solidFill>
                <a:schemeClr val="accent1">
                  <a:lumMod val="75000"/>
                </a:schemeClr>
              </a:solidFill>
              <a:latin typeface="Gotham Book" panose="02000604040000020004" pitchFamily="50" charset="0"/>
            </a:endParaRP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0871F445-4F30-0CEF-931F-43451BBB6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80550" y="6507601"/>
            <a:ext cx="401934" cy="208433"/>
          </a:xfrm>
          <a:solidFill>
            <a:srgbClr val="B4C7E7"/>
          </a:solidFill>
        </p:spPr>
        <p:txBody>
          <a:bodyPr/>
          <a:lstStyle/>
          <a:p>
            <a:fld id="{EE745C5F-8F31-4318-ABF5-660B737895AE}" type="slidenum">
              <a:rPr lang="pt-BR" sz="1000" noProof="0" smtClean="0">
                <a:solidFill>
                  <a:schemeClr val="bg1"/>
                </a:solidFill>
                <a:latin typeface="Gotham Book" panose="02000604040000020004" pitchFamily="50" charset="0"/>
              </a:rPr>
              <a:t>31</a:t>
            </a:fld>
            <a:endParaRPr lang="pt-BR" sz="1000" noProof="0" dirty="0">
              <a:solidFill>
                <a:schemeClr val="bg1"/>
              </a:solidFill>
              <a:latin typeface="Gotham Book" panose="02000604040000020004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153743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89">
            <a:extLst>
              <a:ext uri="{FF2B5EF4-FFF2-40B4-BE49-F238E27FC236}">
                <a16:creationId xmlns:a16="http://schemas.microsoft.com/office/drawing/2014/main" id="{5FED718F-9803-800A-F258-487CD4CACD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8336" y="6350242"/>
            <a:ext cx="780356" cy="365792"/>
          </a:xfrm>
          <a:prstGeom prst="rect">
            <a:avLst/>
          </a:prstGeom>
        </p:spPr>
      </p:pic>
      <p:sp>
        <p:nvSpPr>
          <p:cNvPr id="7" name="Rectángulo 5">
            <a:extLst>
              <a:ext uri="{FF2B5EF4-FFF2-40B4-BE49-F238E27FC236}">
                <a16:creationId xmlns:a16="http://schemas.microsoft.com/office/drawing/2014/main" id="{E0388FD9-EC60-F5FE-0362-6544841E372E}"/>
              </a:ext>
            </a:extLst>
          </p:cNvPr>
          <p:cNvSpPr/>
          <p:nvPr/>
        </p:nvSpPr>
        <p:spPr>
          <a:xfrm>
            <a:off x="346933" y="144104"/>
            <a:ext cx="55001" cy="42401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2" name="Grupo 83">
            <a:extLst>
              <a:ext uri="{FF2B5EF4-FFF2-40B4-BE49-F238E27FC236}">
                <a16:creationId xmlns:a16="http://schemas.microsoft.com/office/drawing/2014/main" id="{A4E3474D-8474-798A-0E6D-916DAC09142C}"/>
              </a:ext>
            </a:extLst>
          </p:cNvPr>
          <p:cNvGrpSpPr/>
          <p:nvPr/>
        </p:nvGrpSpPr>
        <p:grpSpPr>
          <a:xfrm>
            <a:off x="0" y="6457233"/>
            <a:ext cx="401934" cy="326337"/>
            <a:chOff x="0" y="6457233"/>
            <a:chExt cx="401934" cy="326337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13" name="Rectángulo redondeado 1">
              <a:extLst>
                <a:ext uri="{FF2B5EF4-FFF2-40B4-BE49-F238E27FC236}">
                  <a16:creationId xmlns:a16="http://schemas.microsoft.com/office/drawing/2014/main" id="{2E36149E-4F40-CC2F-C619-7D35A4F6D6C9}"/>
                </a:ext>
              </a:extLst>
            </p:cNvPr>
            <p:cNvSpPr/>
            <p:nvPr/>
          </p:nvSpPr>
          <p:spPr>
            <a:xfrm>
              <a:off x="0" y="6457233"/>
              <a:ext cx="401934" cy="326337"/>
            </a:xfrm>
            <a:prstGeom prst="flowChartDelay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CuadroTexto 85">
              <a:extLst>
                <a:ext uri="{FF2B5EF4-FFF2-40B4-BE49-F238E27FC236}">
                  <a16:creationId xmlns:a16="http://schemas.microsoft.com/office/drawing/2014/main" id="{1F92F7A6-0826-1FE4-6F5F-0A5263392AAF}"/>
                </a:ext>
              </a:extLst>
            </p:cNvPr>
            <p:cNvSpPr txBox="1"/>
            <p:nvPr/>
          </p:nvSpPr>
          <p:spPr>
            <a:xfrm>
              <a:off x="15073" y="6489596"/>
              <a:ext cx="263223" cy="2616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ok" panose="02000604040000020004" pitchFamily="50" charset="0"/>
                  <a:ea typeface="+mn-ea"/>
                  <a:cs typeface="+mn-cs"/>
                </a:rPr>
                <a:t>6</a:t>
              </a:r>
            </a:p>
          </p:txBody>
        </p:sp>
      </p:grpSp>
      <p:sp>
        <p:nvSpPr>
          <p:cNvPr id="8" name="TextBox 5">
            <a:extLst>
              <a:ext uri="{FF2B5EF4-FFF2-40B4-BE49-F238E27FC236}">
                <a16:creationId xmlns:a16="http://schemas.microsoft.com/office/drawing/2014/main" id="{935D77AE-971F-B7FE-8400-6A3C4B9F7D0C}"/>
              </a:ext>
            </a:extLst>
          </p:cNvPr>
          <p:cNvSpPr txBox="1"/>
          <p:nvPr/>
        </p:nvSpPr>
        <p:spPr>
          <a:xfrm>
            <a:off x="401934" y="168881"/>
            <a:ext cx="1300645" cy="3744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000" noProof="0" dirty="0">
                <a:solidFill>
                  <a:srgbClr val="4D4D4D"/>
                </a:solidFill>
                <a:latin typeface="Gotham Light" pitchFamily="50" charset="0"/>
                <a:cs typeface="Gotham Black" pitchFamily="50" charset="0"/>
              </a:rPr>
              <a:t>Programação</a:t>
            </a:r>
          </a:p>
          <a:p>
            <a:pPr lvl="0">
              <a:lnSpc>
                <a:spcPts val="1100"/>
              </a:lnSpc>
              <a:defRPr/>
            </a:pPr>
            <a:r>
              <a:rPr kumimoji="0" lang="pt-BR" sz="1000" b="1" i="0" u="none" strike="noStrike" kern="1200" cap="none" spc="0" normalizeH="0" baseline="0" noProof="0" dirty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Gotham Light" pitchFamily="50" charset="0"/>
                <a:ea typeface="+mn-ea"/>
                <a:cs typeface="Gotham Black" pitchFamily="50" charset="0"/>
              </a:rPr>
              <a:t>Modelo Ramsey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347FDB4F-2116-1E97-F2C5-4028EF5C0CDC}"/>
              </a:ext>
            </a:extLst>
          </p:cNvPr>
          <p:cNvSpPr txBox="1">
            <a:spLocks/>
          </p:cNvSpPr>
          <p:nvPr/>
        </p:nvSpPr>
        <p:spPr>
          <a:xfrm>
            <a:off x="838200" y="552389"/>
            <a:ext cx="10515600" cy="11122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800" b="1" noProof="0" dirty="0">
                <a:solidFill>
                  <a:schemeClr val="accent1">
                    <a:lumMod val="75000"/>
                  </a:schemeClr>
                </a:solidFill>
                <a:latin typeface="Gotham Black" panose="02000604040000020004" pitchFamily="50" charset="0"/>
                <a:cs typeface="Arial" panose="020B0604020202020204" pitchFamily="34" charset="0"/>
              </a:rPr>
              <a:t>Estado estável e condições de Blanchard-Kahn</a:t>
            </a:r>
            <a:br>
              <a:rPr lang="pt-BR" sz="2800" b="1" noProof="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1800" noProof="0" dirty="0">
                <a:solidFill>
                  <a:schemeClr val="bg1">
                    <a:lumMod val="50000"/>
                  </a:schemeClr>
                </a:solidFill>
                <a:latin typeface="Gotham Light" pitchFamily="50" charset="0"/>
                <a:cs typeface="Arial" panose="020B0604020202020204" pitchFamily="34" charset="0"/>
              </a:rPr>
              <a:t>Programação</a:t>
            </a:r>
            <a:endParaRPr lang="pt-BR" sz="2800" i="1" noProof="0" dirty="0">
              <a:latin typeface="Gotham Light" pitchFamily="50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64B8363-6AFB-5A83-EDFF-298555C7FA54}"/>
              </a:ext>
            </a:extLst>
          </p:cNvPr>
          <p:cNvSpPr txBox="1"/>
          <p:nvPr/>
        </p:nvSpPr>
        <p:spPr>
          <a:xfrm>
            <a:off x="838200" y="2171077"/>
            <a:ext cx="7659634" cy="309518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s-CO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steady</a:t>
            </a:r>
            <a:r>
              <a:rPr lang="es-CO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62EA0A48-C798-5553-7E97-F97E2C13B157}"/>
              </a:ext>
            </a:extLst>
          </p:cNvPr>
          <p:cNvSpPr/>
          <p:nvPr/>
        </p:nvSpPr>
        <p:spPr>
          <a:xfrm>
            <a:off x="838200" y="1763946"/>
            <a:ext cx="1085536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buClr>
                <a:schemeClr val="accent1">
                  <a:lumMod val="75000"/>
                </a:schemeClr>
              </a:buClr>
            </a:pPr>
            <a:r>
              <a:rPr lang="pt-BR" sz="1400" noProof="0" dirty="0">
                <a:solidFill>
                  <a:schemeClr val="accent1">
                    <a:lumMod val="75000"/>
                  </a:schemeClr>
                </a:solidFill>
                <a:latin typeface="Gotham Book" panose="02000604040000020004" pitchFamily="50" charset="0"/>
              </a:rPr>
              <a:t>Encontre o estado estável das variáveis endógenas a partir dos valores iniciais.</a:t>
            </a:r>
            <a:endParaRPr lang="pt-BR" sz="1400" i="1" noProof="0" dirty="0">
              <a:solidFill>
                <a:schemeClr val="accent1">
                  <a:lumMod val="75000"/>
                </a:schemeClr>
              </a:solidFill>
              <a:latin typeface="Gotham Book" panose="02000604040000020004" pitchFamily="50" charset="0"/>
            </a:endParaRP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6D1F0414-AE84-91C6-A7AA-32CAE2E79645}"/>
              </a:ext>
            </a:extLst>
          </p:cNvPr>
          <p:cNvSpPr txBox="1"/>
          <p:nvPr/>
        </p:nvSpPr>
        <p:spPr>
          <a:xfrm>
            <a:off x="838200" y="2987080"/>
            <a:ext cx="7659634" cy="309518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s-CO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check</a:t>
            </a:r>
            <a:r>
              <a:rPr lang="es-CO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217C42F9-3F99-1188-20AF-0C604D2545F0}"/>
              </a:ext>
            </a:extLst>
          </p:cNvPr>
          <p:cNvSpPr/>
          <p:nvPr/>
        </p:nvSpPr>
        <p:spPr>
          <a:xfrm>
            <a:off x="838200" y="2579949"/>
            <a:ext cx="1085536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buClr>
                <a:schemeClr val="accent1">
                  <a:lumMod val="75000"/>
                </a:schemeClr>
              </a:buClr>
            </a:pPr>
            <a:r>
              <a:rPr lang="pt-BR" sz="1400" noProof="0" dirty="0">
                <a:solidFill>
                  <a:schemeClr val="accent1">
                    <a:lumMod val="75000"/>
                  </a:schemeClr>
                </a:solidFill>
                <a:latin typeface="Gotham Book" panose="02000604040000020004" pitchFamily="50" charset="0"/>
              </a:rPr>
              <a:t>Verifica a conformidade com as condições de Blanchard-Kahn.</a:t>
            </a:r>
            <a:endParaRPr lang="pt-BR" sz="1400" i="1" noProof="0" dirty="0">
              <a:solidFill>
                <a:schemeClr val="accent1">
                  <a:lumMod val="75000"/>
                </a:schemeClr>
              </a:solidFill>
              <a:latin typeface="Gotham Book" panose="02000604040000020004" pitchFamily="50" charset="0"/>
            </a:endParaRPr>
          </a:p>
        </p:txBody>
      </p:sp>
      <p:sp>
        <p:nvSpPr>
          <p:cNvPr id="3" name="Slide Number Placeholder 13">
            <a:extLst>
              <a:ext uri="{FF2B5EF4-FFF2-40B4-BE49-F238E27FC236}">
                <a16:creationId xmlns:a16="http://schemas.microsoft.com/office/drawing/2014/main" id="{07302E5C-5AF0-5589-4395-F567B84F9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80550" y="6507601"/>
            <a:ext cx="401934" cy="208433"/>
          </a:xfrm>
          <a:solidFill>
            <a:srgbClr val="B4C7E7"/>
          </a:solidFill>
        </p:spPr>
        <p:txBody>
          <a:bodyPr/>
          <a:lstStyle/>
          <a:p>
            <a:fld id="{EE745C5F-8F31-4318-ABF5-660B737895AE}" type="slidenum">
              <a:rPr lang="pt-BR" sz="1000" noProof="0" smtClean="0">
                <a:solidFill>
                  <a:schemeClr val="bg1"/>
                </a:solidFill>
                <a:latin typeface="Gotham Book" panose="02000604040000020004" pitchFamily="50" charset="0"/>
              </a:rPr>
              <a:t>32</a:t>
            </a:fld>
            <a:endParaRPr lang="pt-BR" sz="1000" noProof="0" dirty="0">
              <a:solidFill>
                <a:schemeClr val="bg1"/>
              </a:solidFill>
              <a:latin typeface="Gotham Book" panose="02000604040000020004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25355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89">
            <a:extLst>
              <a:ext uri="{FF2B5EF4-FFF2-40B4-BE49-F238E27FC236}">
                <a16:creationId xmlns:a16="http://schemas.microsoft.com/office/drawing/2014/main" id="{5FED718F-9803-800A-F258-487CD4CACD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8336" y="6350242"/>
            <a:ext cx="780356" cy="365792"/>
          </a:xfrm>
          <a:prstGeom prst="rect">
            <a:avLst/>
          </a:prstGeom>
        </p:spPr>
      </p:pic>
      <p:sp>
        <p:nvSpPr>
          <p:cNvPr id="7" name="Rectángulo 5">
            <a:extLst>
              <a:ext uri="{FF2B5EF4-FFF2-40B4-BE49-F238E27FC236}">
                <a16:creationId xmlns:a16="http://schemas.microsoft.com/office/drawing/2014/main" id="{E0388FD9-EC60-F5FE-0362-6544841E372E}"/>
              </a:ext>
            </a:extLst>
          </p:cNvPr>
          <p:cNvSpPr/>
          <p:nvPr/>
        </p:nvSpPr>
        <p:spPr>
          <a:xfrm>
            <a:off x="346933" y="144104"/>
            <a:ext cx="55001" cy="42401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2" name="Grupo 83">
            <a:extLst>
              <a:ext uri="{FF2B5EF4-FFF2-40B4-BE49-F238E27FC236}">
                <a16:creationId xmlns:a16="http://schemas.microsoft.com/office/drawing/2014/main" id="{A4E3474D-8474-798A-0E6D-916DAC09142C}"/>
              </a:ext>
            </a:extLst>
          </p:cNvPr>
          <p:cNvGrpSpPr/>
          <p:nvPr/>
        </p:nvGrpSpPr>
        <p:grpSpPr>
          <a:xfrm>
            <a:off x="0" y="6457233"/>
            <a:ext cx="401934" cy="326337"/>
            <a:chOff x="0" y="6457233"/>
            <a:chExt cx="401934" cy="326337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13" name="Rectángulo redondeado 1">
              <a:extLst>
                <a:ext uri="{FF2B5EF4-FFF2-40B4-BE49-F238E27FC236}">
                  <a16:creationId xmlns:a16="http://schemas.microsoft.com/office/drawing/2014/main" id="{2E36149E-4F40-CC2F-C619-7D35A4F6D6C9}"/>
                </a:ext>
              </a:extLst>
            </p:cNvPr>
            <p:cNvSpPr/>
            <p:nvPr/>
          </p:nvSpPr>
          <p:spPr>
            <a:xfrm>
              <a:off x="0" y="6457233"/>
              <a:ext cx="401934" cy="326337"/>
            </a:xfrm>
            <a:prstGeom prst="flowChartDelay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CuadroTexto 85">
              <a:extLst>
                <a:ext uri="{FF2B5EF4-FFF2-40B4-BE49-F238E27FC236}">
                  <a16:creationId xmlns:a16="http://schemas.microsoft.com/office/drawing/2014/main" id="{1F92F7A6-0826-1FE4-6F5F-0A5263392AAF}"/>
                </a:ext>
              </a:extLst>
            </p:cNvPr>
            <p:cNvSpPr txBox="1"/>
            <p:nvPr/>
          </p:nvSpPr>
          <p:spPr>
            <a:xfrm>
              <a:off x="15073" y="6489596"/>
              <a:ext cx="263223" cy="2616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ok" panose="02000604040000020004" pitchFamily="50" charset="0"/>
                  <a:ea typeface="+mn-ea"/>
                  <a:cs typeface="+mn-cs"/>
                </a:rPr>
                <a:t>6</a:t>
              </a:r>
            </a:p>
          </p:txBody>
        </p:sp>
      </p:grpSp>
      <p:sp>
        <p:nvSpPr>
          <p:cNvPr id="8" name="TextBox 5">
            <a:extLst>
              <a:ext uri="{FF2B5EF4-FFF2-40B4-BE49-F238E27FC236}">
                <a16:creationId xmlns:a16="http://schemas.microsoft.com/office/drawing/2014/main" id="{935D77AE-971F-B7FE-8400-6A3C4B9F7D0C}"/>
              </a:ext>
            </a:extLst>
          </p:cNvPr>
          <p:cNvSpPr txBox="1"/>
          <p:nvPr/>
        </p:nvSpPr>
        <p:spPr>
          <a:xfrm>
            <a:off x="401934" y="168881"/>
            <a:ext cx="1300645" cy="3744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000" noProof="0" dirty="0">
                <a:solidFill>
                  <a:srgbClr val="4D4D4D"/>
                </a:solidFill>
                <a:latin typeface="Gotham Light" pitchFamily="50" charset="0"/>
                <a:cs typeface="Gotham Black" pitchFamily="50" charset="0"/>
              </a:rPr>
              <a:t>Programação</a:t>
            </a:r>
          </a:p>
          <a:p>
            <a:pPr lvl="0">
              <a:lnSpc>
                <a:spcPts val="1100"/>
              </a:lnSpc>
              <a:defRPr/>
            </a:pPr>
            <a:r>
              <a:rPr kumimoji="0" lang="pt-BR" sz="1000" b="1" i="0" u="none" strike="noStrike" kern="1200" cap="none" spc="0" normalizeH="0" baseline="0" noProof="0" dirty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Gotham Light" pitchFamily="50" charset="0"/>
                <a:ea typeface="+mn-ea"/>
                <a:cs typeface="Gotham Black" pitchFamily="50" charset="0"/>
              </a:rPr>
              <a:t>Modelo Ramsey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347FDB4F-2116-1E97-F2C5-4028EF5C0CDC}"/>
              </a:ext>
            </a:extLst>
          </p:cNvPr>
          <p:cNvSpPr txBox="1">
            <a:spLocks/>
          </p:cNvSpPr>
          <p:nvPr/>
        </p:nvSpPr>
        <p:spPr>
          <a:xfrm>
            <a:off x="838200" y="552389"/>
            <a:ext cx="10515600" cy="11122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800" b="1" noProof="0" dirty="0">
                <a:solidFill>
                  <a:schemeClr val="accent1">
                    <a:lumMod val="75000"/>
                  </a:schemeClr>
                </a:solidFill>
                <a:latin typeface="Gotham Black" panose="02000604040000020004" pitchFamily="50" charset="0"/>
                <a:cs typeface="Arial" panose="020B0604020202020204" pitchFamily="34" charset="0"/>
              </a:rPr>
              <a:t>Especificação de choques em variáveis exógenas</a:t>
            </a:r>
            <a:br>
              <a:rPr lang="pt-BR" sz="2800" b="1" noProof="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1800" noProof="0" dirty="0">
                <a:solidFill>
                  <a:schemeClr val="bg1">
                    <a:lumMod val="50000"/>
                  </a:schemeClr>
                </a:solidFill>
                <a:latin typeface="Gotham Light" pitchFamily="50" charset="0"/>
                <a:cs typeface="Arial" panose="020B0604020202020204" pitchFamily="34" charset="0"/>
              </a:rPr>
              <a:t>Programação</a:t>
            </a:r>
            <a:endParaRPr lang="pt-BR" sz="2800" i="1" noProof="0" dirty="0">
              <a:latin typeface="Gotham Light" pitchFamily="50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64B8363-6AFB-5A83-EDFF-298555C7FA54}"/>
              </a:ext>
            </a:extLst>
          </p:cNvPr>
          <p:cNvSpPr txBox="1"/>
          <p:nvPr/>
        </p:nvSpPr>
        <p:spPr>
          <a:xfrm>
            <a:off x="921659" y="2171077"/>
            <a:ext cx="7659634" cy="309518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s-CO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shocks;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62EA0A48-C798-5553-7E97-F97E2C13B157}"/>
              </a:ext>
            </a:extLst>
          </p:cNvPr>
          <p:cNvSpPr/>
          <p:nvPr/>
        </p:nvSpPr>
        <p:spPr>
          <a:xfrm>
            <a:off x="838200" y="1763946"/>
            <a:ext cx="1085536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buClr>
                <a:schemeClr val="accent1">
                  <a:lumMod val="75000"/>
                </a:schemeClr>
              </a:buClr>
            </a:pPr>
            <a:r>
              <a:rPr lang="pt-BR" sz="1400" noProof="0" dirty="0">
                <a:solidFill>
                  <a:schemeClr val="accent1">
                    <a:lumMod val="75000"/>
                  </a:schemeClr>
                </a:solidFill>
                <a:latin typeface="Gotham Book" panose="02000604040000020004" pitchFamily="50" charset="0"/>
              </a:rPr>
              <a:t>O ambiente é inicializado para definir o choque nas variáveis exógenas.</a:t>
            </a:r>
            <a:endParaRPr lang="pt-BR" sz="1400" i="1" noProof="0" dirty="0">
              <a:solidFill>
                <a:schemeClr val="accent1">
                  <a:lumMod val="75000"/>
                </a:schemeClr>
              </a:solidFill>
              <a:latin typeface="Gotham Book" panose="02000604040000020004" pitchFamily="50" charset="0"/>
            </a:endParaRP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5231D463-4D70-7C69-C41E-314149E11D1E}"/>
              </a:ext>
            </a:extLst>
          </p:cNvPr>
          <p:cNvSpPr/>
          <p:nvPr/>
        </p:nvSpPr>
        <p:spPr>
          <a:xfrm>
            <a:off x="838200" y="2579949"/>
            <a:ext cx="1085536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buClr>
                <a:schemeClr val="accent1">
                  <a:lumMod val="75000"/>
                </a:schemeClr>
              </a:buClr>
            </a:pPr>
            <a:r>
              <a:rPr lang="pt-BR" sz="1400" noProof="0" dirty="0">
                <a:solidFill>
                  <a:schemeClr val="accent1">
                    <a:lumMod val="75000"/>
                  </a:schemeClr>
                </a:solidFill>
                <a:latin typeface="Gotham Book" panose="02000604040000020004" pitchFamily="50" charset="0"/>
              </a:rPr>
              <a:t>A variável exógena e a magnitude do choque são indicadas. A magnitude do choque é de um desvio padrão.</a:t>
            </a:r>
            <a:endParaRPr lang="pt-BR" sz="1400" i="1" noProof="0" dirty="0">
              <a:solidFill>
                <a:schemeClr val="accent1">
                  <a:lumMod val="75000"/>
                </a:schemeClr>
              </a:solidFill>
              <a:latin typeface="Gotham Book" panose="02000604040000020004" pitchFamily="50" charset="0"/>
            </a:endParaRP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6D1F0414-AE84-91C6-A7AA-32CAE2E79645}"/>
              </a:ext>
            </a:extLst>
          </p:cNvPr>
          <p:cNvSpPr txBox="1"/>
          <p:nvPr/>
        </p:nvSpPr>
        <p:spPr>
          <a:xfrm>
            <a:off x="921659" y="3940273"/>
            <a:ext cx="7659634" cy="309518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s-CO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s-CO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217C42F9-3F99-1188-20AF-0C604D2545F0}"/>
              </a:ext>
            </a:extLst>
          </p:cNvPr>
          <p:cNvSpPr/>
          <p:nvPr/>
        </p:nvSpPr>
        <p:spPr>
          <a:xfrm>
            <a:off x="838200" y="3471588"/>
            <a:ext cx="1085536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buClr>
                <a:schemeClr val="accent1">
                  <a:lumMod val="75000"/>
                </a:schemeClr>
              </a:buClr>
            </a:pPr>
            <a:r>
              <a:rPr lang="pt-BR" sz="1400" noProof="0" dirty="0">
                <a:solidFill>
                  <a:schemeClr val="accent1">
                    <a:lumMod val="75000"/>
                  </a:schemeClr>
                </a:solidFill>
                <a:latin typeface="Gotham Book" panose="02000604040000020004" pitchFamily="50" charset="0"/>
              </a:rPr>
              <a:t>O ambiente para definir choques em variáveis exógenas está finalizado.</a:t>
            </a:r>
            <a:endParaRPr lang="pt-BR" sz="1400" i="1" noProof="0" dirty="0">
              <a:solidFill>
                <a:schemeClr val="accent1">
                  <a:lumMod val="75000"/>
                </a:schemeClr>
              </a:solidFill>
              <a:latin typeface="Gotham Book" panose="02000604040000020004" pitchFamily="50" charset="0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94678D93-7765-C9FC-A13A-99A016039C7A}"/>
              </a:ext>
            </a:extLst>
          </p:cNvPr>
          <p:cNvSpPr txBox="1"/>
          <p:nvPr/>
        </p:nvSpPr>
        <p:spPr>
          <a:xfrm>
            <a:off x="921659" y="3001162"/>
            <a:ext cx="7659634" cy="309518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pt-B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var </a:t>
            </a:r>
            <a:r>
              <a:rPr lang="pt-BR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e_A</a:t>
            </a:r>
            <a:r>
              <a:rPr lang="pt-B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pt-BR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stderr</a:t>
            </a:r>
            <a:r>
              <a:rPr lang="pt-B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0.01;  </a:t>
            </a:r>
          </a:p>
        </p:txBody>
      </p:sp>
      <p:sp>
        <p:nvSpPr>
          <p:cNvPr id="3" name="Slide Number Placeholder 13">
            <a:extLst>
              <a:ext uri="{FF2B5EF4-FFF2-40B4-BE49-F238E27FC236}">
                <a16:creationId xmlns:a16="http://schemas.microsoft.com/office/drawing/2014/main" id="{96C42DAE-2325-A07F-455D-73DFD3C33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80550" y="6507601"/>
            <a:ext cx="401934" cy="208433"/>
          </a:xfrm>
          <a:solidFill>
            <a:srgbClr val="B4C7E7"/>
          </a:solidFill>
        </p:spPr>
        <p:txBody>
          <a:bodyPr/>
          <a:lstStyle/>
          <a:p>
            <a:fld id="{EE745C5F-8F31-4318-ABF5-660B737895AE}" type="slidenum">
              <a:rPr lang="pt-BR" sz="1000" noProof="0" smtClean="0">
                <a:solidFill>
                  <a:schemeClr val="bg1"/>
                </a:solidFill>
                <a:latin typeface="Gotham Book" panose="02000604040000020004" pitchFamily="50" charset="0"/>
              </a:rPr>
              <a:t>33</a:t>
            </a:fld>
            <a:endParaRPr lang="pt-BR" sz="1000" noProof="0" dirty="0">
              <a:solidFill>
                <a:schemeClr val="bg1"/>
              </a:solidFill>
              <a:latin typeface="Gotham Book" panose="02000604040000020004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372160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89">
            <a:extLst>
              <a:ext uri="{FF2B5EF4-FFF2-40B4-BE49-F238E27FC236}">
                <a16:creationId xmlns:a16="http://schemas.microsoft.com/office/drawing/2014/main" id="{5FED718F-9803-800A-F258-487CD4CACD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8336" y="6350242"/>
            <a:ext cx="780356" cy="365792"/>
          </a:xfrm>
          <a:prstGeom prst="rect">
            <a:avLst/>
          </a:prstGeom>
        </p:spPr>
      </p:pic>
      <p:sp>
        <p:nvSpPr>
          <p:cNvPr id="7" name="Rectángulo 5">
            <a:extLst>
              <a:ext uri="{FF2B5EF4-FFF2-40B4-BE49-F238E27FC236}">
                <a16:creationId xmlns:a16="http://schemas.microsoft.com/office/drawing/2014/main" id="{E0388FD9-EC60-F5FE-0362-6544841E372E}"/>
              </a:ext>
            </a:extLst>
          </p:cNvPr>
          <p:cNvSpPr/>
          <p:nvPr/>
        </p:nvSpPr>
        <p:spPr>
          <a:xfrm>
            <a:off x="346933" y="144104"/>
            <a:ext cx="55001" cy="42401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2" name="Grupo 83">
            <a:extLst>
              <a:ext uri="{FF2B5EF4-FFF2-40B4-BE49-F238E27FC236}">
                <a16:creationId xmlns:a16="http://schemas.microsoft.com/office/drawing/2014/main" id="{A4E3474D-8474-798A-0E6D-916DAC09142C}"/>
              </a:ext>
            </a:extLst>
          </p:cNvPr>
          <p:cNvGrpSpPr/>
          <p:nvPr/>
        </p:nvGrpSpPr>
        <p:grpSpPr>
          <a:xfrm>
            <a:off x="0" y="6457233"/>
            <a:ext cx="401934" cy="326337"/>
            <a:chOff x="0" y="6457233"/>
            <a:chExt cx="401934" cy="326337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13" name="Rectángulo redondeado 1">
              <a:extLst>
                <a:ext uri="{FF2B5EF4-FFF2-40B4-BE49-F238E27FC236}">
                  <a16:creationId xmlns:a16="http://schemas.microsoft.com/office/drawing/2014/main" id="{2E36149E-4F40-CC2F-C619-7D35A4F6D6C9}"/>
                </a:ext>
              </a:extLst>
            </p:cNvPr>
            <p:cNvSpPr/>
            <p:nvPr/>
          </p:nvSpPr>
          <p:spPr>
            <a:xfrm>
              <a:off x="0" y="6457233"/>
              <a:ext cx="401934" cy="326337"/>
            </a:xfrm>
            <a:prstGeom prst="flowChartDelay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CuadroTexto 85">
              <a:extLst>
                <a:ext uri="{FF2B5EF4-FFF2-40B4-BE49-F238E27FC236}">
                  <a16:creationId xmlns:a16="http://schemas.microsoft.com/office/drawing/2014/main" id="{1F92F7A6-0826-1FE4-6F5F-0A5263392AAF}"/>
                </a:ext>
              </a:extLst>
            </p:cNvPr>
            <p:cNvSpPr txBox="1"/>
            <p:nvPr/>
          </p:nvSpPr>
          <p:spPr>
            <a:xfrm>
              <a:off x="15073" y="6489596"/>
              <a:ext cx="263223" cy="2616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ok" panose="02000604040000020004" pitchFamily="50" charset="0"/>
                  <a:ea typeface="+mn-ea"/>
                  <a:cs typeface="+mn-cs"/>
                </a:rPr>
                <a:t>6</a:t>
              </a:r>
            </a:p>
          </p:txBody>
        </p:sp>
      </p:grpSp>
      <p:sp>
        <p:nvSpPr>
          <p:cNvPr id="8" name="TextBox 5">
            <a:extLst>
              <a:ext uri="{FF2B5EF4-FFF2-40B4-BE49-F238E27FC236}">
                <a16:creationId xmlns:a16="http://schemas.microsoft.com/office/drawing/2014/main" id="{935D77AE-971F-B7FE-8400-6A3C4B9F7D0C}"/>
              </a:ext>
            </a:extLst>
          </p:cNvPr>
          <p:cNvSpPr txBox="1"/>
          <p:nvPr/>
        </p:nvSpPr>
        <p:spPr>
          <a:xfrm>
            <a:off x="401934" y="168881"/>
            <a:ext cx="1300645" cy="3744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000" noProof="0" dirty="0">
                <a:solidFill>
                  <a:srgbClr val="4D4D4D"/>
                </a:solidFill>
                <a:latin typeface="Gotham Light" pitchFamily="50" charset="0"/>
                <a:cs typeface="Gotham Black" pitchFamily="50" charset="0"/>
              </a:rPr>
              <a:t>Programação</a:t>
            </a:r>
          </a:p>
          <a:p>
            <a:pPr lvl="0">
              <a:lnSpc>
                <a:spcPts val="1100"/>
              </a:lnSpc>
              <a:defRPr/>
            </a:pPr>
            <a:r>
              <a:rPr kumimoji="0" lang="pt-BR" sz="1000" b="1" i="0" u="none" strike="noStrike" kern="1200" cap="none" spc="0" normalizeH="0" baseline="0" noProof="0" dirty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Gotham Light" pitchFamily="50" charset="0"/>
                <a:ea typeface="+mn-ea"/>
                <a:cs typeface="Gotham Black" pitchFamily="50" charset="0"/>
              </a:rPr>
              <a:t>Modelo Ramsey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347FDB4F-2116-1E97-F2C5-4028EF5C0CDC}"/>
              </a:ext>
            </a:extLst>
          </p:cNvPr>
          <p:cNvSpPr txBox="1">
            <a:spLocks/>
          </p:cNvSpPr>
          <p:nvPr/>
        </p:nvSpPr>
        <p:spPr>
          <a:xfrm>
            <a:off x="838200" y="552389"/>
            <a:ext cx="10515600" cy="11122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800" b="1" noProof="0" dirty="0">
                <a:solidFill>
                  <a:schemeClr val="accent1">
                    <a:lumMod val="75000"/>
                  </a:schemeClr>
                </a:solidFill>
                <a:latin typeface="Gotham Black" panose="02000604040000020004" pitchFamily="50" charset="0"/>
                <a:cs typeface="Arial" panose="020B0604020202020204" pitchFamily="34" charset="0"/>
              </a:rPr>
              <a:t>Simulação estocástica</a:t>
            </a:r>
            <a:br>
              <a:rPr lang="pt-BR" sz="2800" b="1" noProof="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1800" noProof="0" dirty="0">
                <a:solidFill>
                  <a:schemeClr val="bg1">
                    <a:lumMod val="50000"/>
                  </a:schemeClr>
                </a:solidFill>
                <a:latin typeface="Gotham Light" pitchFamily="50" charset="0"/>
                <a:cs typeface="Arial" panose="020B0604020202020204" pitchFamily="34" charset="0"/>
              </a:rPr>
              <a:t>Programação</a:t>
            </a:r>
            <a:endParaRPr lang="pt-BR" sz="2800" i="1" noProof="0" dirty="0">
              <a:latin typeface="Gotham Light" pitchFamily="50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64B8363-6AFB-5A83-EDFF-298555C7FA54}"/>
              </a:ext>
            </a:extLst>
          </p:cNvPr>
          <p:cNvSpPr txBox="1"/>
          <p:nvPr/>
        </p:nvSpPr>
        <p:spPr>
          <a:xfrm>
            <a:off x="932417" y="2386519"/>
            <a:ext cx="5163583" cy="309518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stoch_simul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(order=1, </a:t>
            </a:r>
            <a:r>
              <a:rPr lang="en-US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irf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=50);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62EA0A48-C798-5553-7E97-F97E2C13B157}"/>
              </a:ext>
            </a:extLst>
          </p:cNvPr>
          <p:cNvSpPr/>
          <p:nvPr/>
        </p:nvSpPr>
        <p:spPr>
          <a:xfrm>
            <a:off x="838200" y="1763946"/>
            <a:ext cx="105156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buClr>
                <a:schemeClr val="accent1">
                  <a:lumMod val="75000"/>
                </a:schemeClr>
              </a:buClr>
            </a:pPr>
            <a:r>
              <a:rPr lang="pt-BR" sz="1400" noProof="0" dirty="0">
                <a:solidFill>
                  <a:schemeClr val="accent1">
                    <a:lumMod val="75000"/>
                  </a:schemeClr>
                </a:solidFill>
                <a:latin typeface="Gotham Book" panose="02000604040000020004" pitchFamily="50" charset="0"/>
              </a:rPr>
              <a:t>Resolva o modelo e construa as funções de impulso-resposta (IRF). Aproximação de Taylor de ordem 1 e construa as </a:t>
            </a:r>
            <a:r>
              <a:rPr lang="pt-BR" sz="1400" noProof="0" dirty="0" err="1">
                <a:solidFill>
                  <a:schemeClr val="accent1">
                    <a:lumMod val="75000"/>
                  </a:schemeClr>
                </a:solidFill>
                <a:latin typeface="Gotham Book" panose="02000604040000020004" pitchFamily="50" charset="0"/>
              </a:rPr>
              <a:t>IRFs</a:t>
            </a:r>
            <a:r>
              <a:rPr lang="pt-BR" sz="1400" noProof="0" dirty="0">
                <a:solidFill>
                  <a:schemeClr val="accent1">
                    <a:lumMod val="75000"/>
                  </a:schemeClr>
                </a:solidFill>
                <a:latin typeface="Gotham Book" panose="02000604040000020004" pitchFamily="50" charset="0"/>
              </a:rPr>
              <a:t> para 20 períodos.</a:t>
            </a:r>
            <a:endParaRPr lang="pt-BR" sz="1400" i="1" noProof="0" dirty="0">
              <a:solidFill>
                <a:schemeClr val="accent1">
                  <a:lumMod val="75000"/>
                </a:schemeClr>
              </a:solidFill>
              <a:latin typeface="Gotham Book" panose="02000604040000020004" pitchFamily="50" charset="0"/>
            </a:endParaRP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D0A50202-4E58-8BE9-7B27-4040EF295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80550" y="6507601"/>
            <a:ext cx="401934" cy="208433"/>
          </a:xfrm>
          <a:solidFill>
            <a:srgbClr val="B4C7E7"/>
          </a:solidFill>
        </p:spPr>
        <p:txBody>
          <a:bodyPr/>
          <a:lstStyle/>
          <a:p>
            <a:fld id="{EE745C5F-8F31-4318-ABF5-660B737895AE}" type="slidenum">
              <a:rPr lang="pt-BR" sz="1000" noProof="0" smtClean="0">
                <a:solidFill>
                  <a:schemeClr val="bg1"/>
                </a:solidFill>
                <a:latin typeface="Gotham Book" panose="02000604040000020004" pitchFamily="50" charset="0"/>
              </a:rPr>
              <a:t>34</a:t>
            </a:fld>
            <a:endParaRPr lang="pt-BR" sz="1000" noProof="0" dirty="0">
              <a:solidFill>
                <a:schemeClr val="bg1"/>
              </a:solidFill>
              <a:latin typeface="Gotham Book" panose="02000604040000020004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766677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89">
            <a:extLst>
              <a:ext uri="{FF2B5EF4-FFF2-40B4-BE49-F238E27FC236}">
                <a16:creationId xmlns:a16="http://schemas.microsoft.com/office/drawing/2014/main" id="{5FED718F-9803-800A-F258-487CD4CACD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8336" y="6350242"/>
            <a:ext cx="780356" cy="365792"/>
          </a:xfrm>
          <a:prstGeom prst="rect">
            <a:avLst/>
          </a:prstGeom>
        </p:spPr>
      </p:pic>
      <p:sp>
        <p:nvSpPr>
          <p:cNvPr id="7" name="Rectángulo 5">
            <a:extLst>
              <a:ext uri="{FF2B5EF4-FFF2-40B4-BE49-F238E27FC236}">
                <a16:creationId xmlns:a16="http://schemas.microsoft.com/office/drawing/2014/main" id="{E0388FD9-EC60-F5FE-0362-6544841E372E}"/>
              </a:ext>
            </a:extLst>
          </p:cNvPr>
          <p:cNvSpPr/>
          <p:nvPr/>
        </p:nvSpPr>
        <p:spPr>
          <a:xfrm>
            <a:off x="346933" y="144104"/>
            <a:ext cx="55001" cy="42401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2" name="Grupo 83">
            <a:extLst>
              <a:ext uri="{FF2B5EF4-FFF2-40B4-BE49-F238E27FC236}">
                <a16:creationId xmlns:a16="http://schemas.microsoft.com/office/drawing/2014/main" id="{A4E3474D-8474-798A-0E6D-916DAC09142C}"/>
              </a:ext>
            </a:extLst>
          </p:cNvPr>
          <p:cNvGrpSpPr/>
          <p:nvPr/>
        </p:nvGrpSpPr>
        <p:grpSpPr>
          <a:xfrm>
            <a:off x="0" y="6457233"/>
            <a:ext cx="401934" cy="326337"/>
            <a:chOff x="0" y="6457233"/>
            <a:chExt cx="401934" cy="326337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13" name="Rectángulo redondeado 1">
              <a:extLst>
                <a:ext uri="{FF2B5EF4-FFF2-40B4-BE49-F238E27FC236}">
                  <a16:creationId xmlns:a16="http://schemas.microsoft.com/office/drawing/2014/main" id="{2E36149E-4F40-CC2F-C619-7D35A4F6D6C9}"/>
                </a:ext>
              </a:extLst>
            </p:cNvPr>
            <p:cNvSpPr/>
            <p:nvPr/>
          </p:nvSpPr>
          <p:spPr>
            <a:xfrm>
              <a:off x="0" y="6457233"/>
              <a:ext cx="401934" cy="326337"/>
            </a:xfrm>
            <a:prstGeom prst="flowChartDelay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CuadroTexto 85">
              <a:extLst>
                <a:ext uri="{FF2B5EF4-FFF2-40B4-BE49-F238E27FC236}">
                  <a16:creationId xmlns:a16="http://schemas.microsoft.com/office/drawing/2014/main" id="{1F92F7A6-0826-1FE4-6F5F-0A5263392AAF}"/>
                </a:ext>
              </a:extLst>
            </p:cNvPr>
            <p:cNvSpPr txBox="1"/>
            <p:nvPr/>
          </p:nvSpPr>
          <p:spPr>
            <a:xfrm>
              <a:off x="15073" y="6489596"/>
              <a:ext cx="263223" cy="2616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ok" panose="02000604040000020004" pitchFamily="50" charset="0"/>
                  <a:ea typeface="+mn-ea"/>
                  <a:cs typeface="+mn-cs"/>
                </a:rPr>
                <a:t>6</a:t>
              </a:r>
            </a:p>
          </p:txBody>
        </p:sp>
      </p:grpSp>
      <p:sp>
        <p:nvSpPr>
          <p:cNvPr id="17" name="Slide Number Placeholder 13">
            <a:extLst>
              <a:ext uri="{FF2B5EF4-FFF2-40B4-BE49-F238E27FC236}">
                <a16:creationId xmlns:a16="http://schemas.microsoft.com/office/drawing/2014/main" id="{78E6E173-70F3-B323-4B2B-D770A930D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507601"/>
            <a:ext cx="321383" cy="225600"/>
          </a:xfrm>
          <a:solidFill>
            <a:srgbClr val="B4C7E7"/>
          </a:solidFill>
        </p:spPr>
        <p:txBody>
          <a:bodyPr/>
          <a:lstStyle/>
          <a:p>
            <a:fld id="{EE745C5F-8F31-4318-ABF5-660B737895AE}" type="slidenum">
              <a:rPr lang="pt-BR" sz="1000" noProof="0" smtClean="0">
                <a:solidFill>
                  <a:schemeClr val="bg1"/>
                </a:solidFill>
                <a:latin typeface="Gotham Book" panose="02000604040000020004" pitchFamily="50" charset="0"/>
              </a:rPr>
              <a:t>35</a:t>
            </a:fld>
            <a:endParaRPr lang="pt-BR" sz="1000" noProof="0" dirty="0">
              <a:solidFill>
                <a:schemeClr val="bg1"/>
              </a:solidFill>
              <a:latin typeface="Gotham Book" panose="02000604040000020004" pitchFamily="50" charset="0"/>
            </a:endParaRPr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935D77AE-971F-B7FE-8400-6A3C4B9F7D0C}"/>
              </a:ext>
            </a:extLst>
          </p:cNvPr>
          <p:cNvSpPr txBox="1"/>
          <p:nvPr/>
        </p:nvSpPr>
        <p:spPr>
          <a:xfrm>
            <a:off x="401934" y="168881"/>
            <a:ext cx="1300645" cy="3744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000" noProof="0" dirty="0">
                <a:solidFill>
                  <a:srgbClr val="4D4D4D"/>
                </a:solidFill>
                <a:latin typeface="Gotham Light" pitchFamily="50" charset="0"/>
                <a:cs typeface="Gotham Black" pitchFamily="50" charset="0"/>
              </a:rPr>
              <a:t>Programação</a:t>
            </a:r>
          </a:p>
          <a:p>
            <a:pPr lvl="0">
              <a:lnSpc>
                <a:spcPts val="1100"/>
              </a:lnSpc>
              <a:defRPr/>
            </a:pPr>
            <a:r>
              <a:rPr kumimoji="0" lang="pt-BR" sz="1000" b="1" i="0" u="none" strike="noStrike" kern="1200" cap="none" spc="0" normalizeH="0" baseline="0" noProof="0" dirty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Gotham Light" pitchFamily="50" charset="0"/>
                <a:ea typeface="+mn-ea"/>
                <a:cs typeface="Gotham Black" pitchFamily="50" charset="0"/>
              </a:rPr>
              <a:t>Modelo Ramsey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347FDB4F-2116-1E97-F2C5-4028EF5C0CDC}"/>
              </a:ext>
            </a:extLst>
          </p:cNvPr>
          <p:cNvSpPr txBox="1">
            <a:spLocks/>
          </p:cNvSpPr>
          <p:nvPr/>
        </p:nvSpPr>
        <p:spPr>
          <a:xfrm>
            <a:off x="838200" y="552389"/>
            <a:ext cx="10515600" cy="11122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800" b="1" noProof="0" dirty="0">
                <a:solidFill>
                  <a:schemeClr val="accent1">
                    <a:lumMod val="75000"/>
                  </a:schemeClr>
                </a:solidFill>
                <a:latin typeface="Gotham Black" panose="02000604040000020004" pitchFamily="50" charset="0"/>
                <a:cs typeface="Arial" panose="020B0604020202020204" pitchFamily="34" charset="0"/>
              </a:rPr>
              <a:t>Funções de impulso-resposta</a:t>
            </a:r>
            <a:br>
              <a:rPr lang="pt-BR" sz="2800" b="1" noProof="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1800" noProof="0" dirty="0">
                <a:solidFill>
                  <a:schemeClr val="bg1">
                    <a:lumMod val="50000"/>
                  </a:schemeClr>
                </a:solidFill>
                <a:latin typeface="Gotham Light" pitchFamily="50" charset="0"/>
                <a:cs typeface="Arial" panose="020B0604020202020204" pitchFamily="34" charset="0"/>
              </a:rPr>
              <a:t>Programação</a:t>
            </a:r>
            <a:endParaRPr lang="pt-BR" sz="2800" i="1" noProof="0" dirty="0">
              <a:latin typeface="Gotham Light" pitchFamily="50" charset="0"/>
            </a:endParaRPr>
          </a:p>
        </p:txBody>
      </p:sp>
      <p:pic>
        <p:nvPicPr>
          <p:cNvPr id="10" name="Imagen 9" descr="Gráfico, Gráfico de líneas&#10;&#10;El contenido generado por IA puede ser incorrecto.">
            <a:extLst>
              <a:ext uri="{FF2B5EF4-FFF2-40B4-BE49-F238E27FC236}">
                <a16:creationId xmlns:a16="http://schemas.microsoft.com/office/drawing/2014/main" id="{8C8860CE-6C38-F145-119A-241A3E4E867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1174" y="1479137"/>
            <a:ext cx="7909652" cy="4745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868795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36EB041-5414-4741-8F8D-9A3C9C467F74}"/>
              </a:ext>
            </a:extLst>
          </p:cNvPr>
          <p:cNvSpPr/>
          <p:nvPr/>
        </p:nvSpPr>
        <p:spPr>
          <a:xfrm>
            <a:off x="1" y="0"/>
            <a:ext cx="6845583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noProof="0" dirty="0"/>
          </a:p>
        </p:txBody>
      </p:sp>
      <p:pic>
        <p:nvPicPr>
          <p:cNvPr id="3" name="Picture 2" descr="Like Thumbs Up Svg Png Icon Free Download (#504758) - OnlineWebFonts.COM">
            <a:extLst>
              <a:ext uri="{FF2B5EF4-FFF2-40B4-BE49-F238E27FC236}">
                <a16:creationId xmlns:a16="http://schemas.microsoft.com/office/drawing/2014/main" id="{10ABC57D-E7B8-4C1A-A0F5-4DDCBA30CC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100000"/>
                    </a14:imgEffect>
                    <a14:imgEffect>
                      <a14:brightnessContrast bright="100000" contras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3146" y="1531042"/>
            <a:ext cx="973680" cy="1000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5">
            <a:extLst>
              <a:ext uri="{FF2B5EF4-FFF2-40B4-BE49-F238E27FC236}">
                <a16:creationId xmlns:a16="http://schemas.microsoft.com/office/drawing/2014/main" id="{296E0E44-2C77-426C-B778-74EAA48298DF}"/>
              </a:ext>
            </a:extLst>
          </p:cNvPr>
          <p:cNvSpPr txBox="1"/>
          <p:nvPr/>
        </p:nvSpPr>
        <p:spPr>
          <a:xfrm>
            <a:off x="1402716" y="2921430"/>
            <a:ext cx="395454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800" spc="400" noProof="0" dirty="0">
                <a:solidFill>
                  <a:schemeClr val="bg1"/>
                </a:solidFill>
                <a:latin typeface="Gotham Black" panose="02000604040000020004" pitchFamily="50" charset="0"/>
              </a:rPr>
              <a:t>Obrigado!</a:t>
            </a:r>
          </a:p>
        </p:txBody>
      </p:sp>
      <p:cxnSp>
        <p:nvCxnSpPr>
          <p:cNvPr id="5" name="Conector recto 6">
            <a:extLst>
              <a:ext uri="{FF2B5EF4-FFF2-40B4-BE49-F238E27FC236}">
                <a16:creationId xmlns:a16="http://schemas.microsoft.com/office/drawing/2014/main" id="{02C85109-2E4D-4ECC-B661-808B0DE5DE73}"/>
              </a:ext>
            </a:extLst>
          </p:cNvPr>
          <p:cNvCxnSpPr>
            <a:cxnSpLocks/>
          </p:cNvCxnSpPr>
          <p:nvPr/>
        </p:nvCxnSpPr>
        <p:spPr>
          <a:xfrm>
            <a:off x="2073897" y="2847370"/>
            <a:ext cx="2612179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áfico 3">
            <a:extLst>
              <a:ext uri="{FF2B5EF4-FFF2-40B4-BE49-F238E27FC236}">
                <a16:creationId xmlns:a16="http://schemas.microsoft.com/office/drawing/2014/main" id="{46F5989E-A3AD-818D-F1BE-AB012842501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335932" y="5141499"/>
            <a:ext cx="2088109" cy="832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04471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2cee2c6-2ed0-42b7-b786-aa214d83ac2f" xsi:nil="true"/>
    <lcf76f155ced4ddcb4097134ff3c332f xmlns="aa77b521-bb78-49ba-90b0-b4b8601caa35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B791F2FF74FE647BEB7D66EDC6ACFB8" ma:contentTypeVersion="11" ma:contentTypeDescription="Crie um novo documento." ma:contentTypeScope="" ma:versionID="43d1b24c6b450c334cc46f9c1c3b3a07">
  <xsd:schema xmlns:xsd="http://www.w3.org/2001/XMLSchema" xmlns:xs="http://www.w3.org/2001/XMLSchema" xmlns:p="http://schemas.microsoft.com/office/2006/metadata/properties" xmlns:ns2="aa77b521-bb78-49ba-90b0-b4b8601caa35" xmlns:ns3="b2cee2c6-2ed0-42b7-b786-aa214d83ac2f" targetNamespace="http://schemas.microsoft.com/office/2006/metadata/properties" ma:root="true" ma:fieldsID="f691ad26d633cb14da9a01c3e2c042de" ns2:_="" ns3:_="">
    <xsd:import namespace="aa77b521-bb78-49ba-90b0-b4b8601caa35"/>
    <xsd:import namespace="b2cee2c6-2ed0-42b7-b786-aa214d83ac2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a77b521-bb78-49ba-90b0-b4b8601caa3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Marcações de imagem" ma:readOnly="false" ma:fieldId="{5cf76f15-5ced-4ddc-b409-7134ff3c332f}" ma:taxonomyMulti="true" ma:sspId="aa448f4b-15e7-4d22-b9c3-2e0136a0864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2cee2c6-2ed0-42b7-b786-aa214d83ac2f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8a685617-45f0-4794-9508-c6a13d45579a}" ma:internalName="TaxCatchAll" ma:showField="CatchAllData" ma:web="b2cee2c6-2ed0-42b7-b786-aa214d83ac2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B0F7C8B-28B6-4C45-8D65-148D48269B6A}">
  <ds:schemaRefs>
    <ds:schemaRef ds:uri="http://schemas.microsoft.com/office/2006/metadata/properties"/>
    <ds:schemaRef ds:uri="http://schemas.microsoft.com/office/infopath/2007/PartnerControls"/>
    <ds:schemaRef ds:uri="b2cee2c6-2ed0-42b7-b786-aa214d83ac2f"/>
    <ds:schemaRef ds:uri="aa77b521-bb78-49ba-90b0-b4b8601caa35"/>
  </ds:schemaRefs>
</ds:datastoreItem>
</file>

<file path=customXml/itemProps2.xml><?xml version="1.0" encoding="utf-8"?>
<ds:datastoreItem xmlns:ds="http://schemas.openxmlformats.org/officeDocument/2006/customXml" ds:itemID="{B0F3D40B-8DC8-45A3-BB96-A73DC34EEBA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a77b521-bb78-49ba-90b0-b4b8601caa35"/>
    <ds:schemaRef ds:uri="b2cee2c6-2ed0-42b7-b786-aa214d83ac2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4C1D3AF-E042-403E-BBDC-3582B9B0424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9270</TotalTime>
  <Words>2120</Words>
  <Application>Microsoft Office PowerPoint</Application>
  <PresentationFormat>Widescreen</PresentationFormat>
  <Paragraphs>647</Paragraphs>
  <Slides>36</Slides>
  <Notes>36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36</vt:i4>
      </vt:variant>
    </vt:vector>
  </HeadingPairs>
  <TitlesOfParts>
    <vt:vector size="37" baseType="lpstr">
      <vt:lpstr>1_Office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Diego A. Parra A.</dc:creator>
  <cp:lastModifiedBy>Daniel Rueda</cp:lastModifiedBy>
  <cp:revision>239</cp:revision>
  <dcterms:created xsi:type="dcterms:W3CDTF">2022-09-24T00:13:20Z</dcterms:created>
  <dcterms:modified xsi:type="dcterms:W3CDTF">2025-11-28T13:03:49Z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0x010100BB791F2FF74FE647BEB7D66EDC6ACFB8</vt:lpwstr>
  </property>
  <property fmtid="{D5CDD505-2E9C-101B-9397-08002B2CF9AE}" pid="3" name="MediaServiceImageTags">
    <vt:lpwstr/>
  </property>
</Properties>
</file>